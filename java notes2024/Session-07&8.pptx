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30"/>
  </p:notesMasterIdLst>
  <p:sldIdLst>
    <p:sldId id="956" r:id="rId2"/>
    <p:sldId id="936" r:id="rId3"/>
    <p:sldId id="917" r:id="rId4"/>
    <p:sldId id="927" r:id="rId5"/>
    <p:sldId id="929" r:id="rId6"/>
    <p:sldId id="930" r:id="rId7"/>
    <p:sldId id="918" r:id="rId8"/>
    <p:sldId id="919" r:id="rId9"/>
    <p:sldId id="922" r:id="rId10"/>
    <p:sldId id="923" r:id="rId11"/>
    <p:sldId id="948" r:id="rId12"/>
    <p:sldId id="957" r:id="rId13"/>
    <p:sldId id="960" r:id="rId14"/>
    <p:sldId id="949" r:id="rId15"/>
    <p:sldId id="920" r:id="rId16"/>
    <p:sldId id="911" r:id="rId17"/>
    <p:sldId id="912" r:id="rId18"/>
    <p:sldId id="913" r:id="rId19"/>
    <p:sldId id="958" r:id="rId20"/>
    <p:sldId id="947" r:id="rId21"/>
    <p:sldId id="914" r:id="rId22"/>
    <p:sldId id="959" r:id="rId23"/>
    <p:sldId id="937" r:id="rId24"/>
    <p:sldId id="940" r:id="rId25"/>
    <p:sldId id="938" r:id="rId26"/>
    <p:sldId id="952" r:id="rId27"/>
    <p:sldId id="953" r:id="rId28"/>
    <p:sldId id="954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80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9/12/24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1A6D6-DB7C-8445-AAE1-0C6D0F327382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7091FC-D049-D64A-9780-7CCBE762833E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E2C16-67F1-8E4E-8652-C8D29FF6F3A1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64C7C-86FC-484E-9D33-4320BC9F1CDE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05F80-8115-3A4D-9C53-239D01C5B217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0FFF5C-A306-4B4E-AE81-C6245868C28B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612D0-2CC3-7246-A0D3-3B8DAC72580D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69A475-F959-0E42-804D-63902AA947C1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7535A-80E1-CC4C-811D-817661193BCE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2AEC6-5B9C-904D-B229-3FB0B5976650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FD813-BBED-3749-A64F-753C6A4DAF3A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BB31941-3C3D-9C4E-816C-FF75439C3C4B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28" y="2381477"/>
            <a:ext cx="7391400" cy="655638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Session-7&amp;8: Command Line Argument, Input through Scanner class and Wrapper classes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B4FACC3-078B-2254-957B-8A3A01922335}"/>
              </a:ext>
            </a:extLst>
          </p:cNvPr>
          <p:cNvSpPr txBox="1">
            <a:spLocks/>
          </p:cNvSpPr>
          <p:nvPr/>
        </p:nvSpPr>
        <p:spPr bwMode="auto">
          <a:xfrm>
            <a:off x="587828" y="4493305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Naveen Kumar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Associate Professor,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AIIT, AUP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03E7A5-0AE4-7663-8741-93DCCA36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577" y="1494672"/>
            <a:ext cx="8229600" cy="2829134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 will understand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How to obtain input through command line arguments and Scanner class. 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How to use Wrapper classes and methods in them. 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4CF86-072E-9ABC-C520-0BAC0CBA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Command Line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388" y="1478280"/>
            <a:ext cx="8229600" cy="3772989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Inputs that are passed at the time of running can be called as Command Line Arguments.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arguments that are passed from the console can be received and used as input in the java program.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94F70-3541-E9E6-7553-3127E86D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Command Line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62" y="1190897"/>
            <a:ext cx="8229600" cy="5029200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class Demo {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public static void main(String[] args)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{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System.out.println("Command-Line arguments");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for(String str: args)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	{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System.out.println(str);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}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5144B-D352-EE04-A405-08979515C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63" y="968829"/>
            <a:ext cx="8229600" cy="4648200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 main() method includes an array of strings named args as its parameter.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 String array stores all the arguments passed through the command line.</a:t>
            </a:r>
          </a:p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Arguments are stored as strings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Separated by 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white-space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BFF133-9D71-B818-B780-1DDDA2343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217" y="487362"/>
            <a:ext cx="5878286" cy="655638"/>
          </a:xfrm>
        </p:spPr>
        <p:txBody>
          <a:bodyPr/>
          <a:lstStyle/>
          <a:p>
            <a:b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How to handle Numeric data</a:t>
            </a:r>
            <a:b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81851" cy="3825240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main() method  accepts arguments as strings.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It is not possible to pass numeric arguments through the command line.</a:t>
            </a:r>
          </a:p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 can later convert string arguments into numeric values.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0A00D-2616-04D6-1F52-F7C6CD48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Wrapper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Most of the objects collection store objects and not primitive data type.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Primitive data types can be used as objects when required.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Wrapper classes allow primitive type to be accessed as objects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EB89F-C4A3-19FE-6507-36309B01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Wrapper Class…Contd</a:t>
            </a:r>
            <a:b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It  acts as a wrapper and wraps the primitive data type into an object of that class.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 descr="wrap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62795" y="2821577"/>
            <a:ext cx="2697480" cy="269748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C728C8-541B-CC9D-5B4E-787BE14C3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Difference between  Primitive data type and  object of a wrapper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530046" cy="5029200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  x=25;</a:t>
            </a:r>
          </a:p>
          <a:p>
            <a:pPr>
              <a:buNone/>
            </a:pPr>
            <a:endParaRPr lang="en-US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x</a:t>
            </a:r>
          </a:p>
        </p:txBody>
      </p:sp>
      <p:sp>
        <p:nvSpPr>
          <p:cNvPr id="5" name="Rectangle 4"/>
          <p:cNvSpPr/>
          <p:nvPr/>
        </p:nvSpPr>
        <p:spPr>
          <a:xfrm>
            <a:off x="1397725" y="2939143"/>
            <a:ext cx="1776549" cy="108421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25</a:t>
            </a:r>
          </a:p>
        </p:txBody>
      </p:sp>
      <p:sp>
        <p:nvSpPr>
          <p:cNvPr id="6" name="Cloud 5"/>
          <p:cNvSpPr/>
          <p:nvPr/>
        </p:nvSpPr>
        <p:spPr>
          <a:xfrm>
            <a:off x="4206239" y="3461657"/>
            <a:ext cx="4937761" cy="2677886"/>
          </a:xfrm>
          <a:prstGeom prst="cloud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Declares an integer variable x and initializes it with value 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D54C0-CFA4-77F1-AD2D-1AA00875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Object of a wrapper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06" y="1282337"/>
            <a:ext cx="8464731" cy="5029200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Integer y = new Integer(33)</a:t>
            </a:r>
            <a:r>
              <a:rPr lang="en-US" dirty="0"/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39" y="2194560"/>
            <a:ext cx="1685109" cy="10450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685108" y="2521132"/>
            <a:ext cx="300446" cy="3396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/>
          <p:cNvCxnSpPr>
            <a:stCxn id="5" idx="3"/>
          </p:cNvCxnSpPr>
          <p:nvPr/>
        </p:nvCxnSpPr>
        <p:spPr>
          <a:xfrm flipV="1">
            <a:off x="2690948" y="2717074"/>
            <a:ext cx="2873828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ecagon 15"/>
          <p:cNvSpPr/>
          <p:nvPr/>
        </p:nvSpPr>
        <p:spPr>
          <a:xfrm>
            <a:off x="5603966" y="2076995"/>
            <a:ext cx="1606731" cy="1345474"/>
          </a:xfrm>
          <a:prstGeom prst="decago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489" y="2466648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948" y="4598127"/>
            <a:ext cx="8360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Instantiates an integer object</a:t>
            </a:r>
          </a:p>
          <a:p>
            <a:r>
              <a:rPr lang="en-US" dirty="0"/>
              <a:t>The object is initialized with the value 33</a:t>
            </a:r>
          </a:p>
          <a:p>
            <a:r>
              <a:rPr lang="en-US" dirty="0"/>
              <a:t>Reference to the object is assigned to the object variable 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B4ABA-285C-2C82-10EC-98E826C6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6" grpId="0" animBg="1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74299"/>
            <a:ext cx="8425543" cy="655638"/>
          </a:xfrm>
        </p:spPr>
        <p:txBody>
          <a:bodyPr/>
          <a:lstStyle/>
          <a:p>
            <a:pPr algn="l"/>
            <a:b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Wrapper Class Example : Sum of two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295400"/>
            <a:ext cx="8451669" cy="5029200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class sum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public static void main(String ar[])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{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int x,y,s;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x=Integer.parseInt(ar[0]);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y=Integer.parseInt(ar[1]);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s=x+y;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System.out.println("sum of " + x + " and " + y +" is " +s);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}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6" name="Explosion 1 5"/>
          <p:cNvSpPr/>
          <p:nvPr/>
        </p:nvSpPr>
        <p:spPr>
          <a:xfrm>
            <a:off x="5486400" y="1619794"/>
            <a:ext cx="2899954" cy="1841863"/>
          </a:xfrm>
          <a:prstGeom prst="irregularSeal1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Wrapper class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312126" y="2704011"/>
            <a:ext cx="3187337" cy="809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F36C7-A6ED-CAF5-A560-E07DB8B9B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446417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Create a Cuboid class with 3 public instance variables length, breadth and height of type double, and a method volume ().</a:t>
            </a:r>
          </a:p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 Create object with values obtained by command line arguments and print the volume.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4428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Practice Problem-1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CCB52C-8EA3-3CE9-BB16-15B30D9C4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1397000"/>
          <a:ext cx="6096000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Cuboid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+length</a:t>
                      </a:r>
                      <a:r>
                        <a:rPr lang="en-US" baseline="0" dirty="0"/>
                        <a:t> : double</a:t>
                      </a:r>
                    </a:p>
                    <a:p>
                      <a:r>
                        <a:rPr lang="en-US" baseline="0" dirty="0"/>
                        <a:t>  +breadth : double</a:t>
                      </a:r>
                    </a:p>
                    <a:p>
                      <a:r>
                        <a:rPr lang="en-US" baseline="0" dirty="0"/>
                        <a:t>  +height : double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+setDimensions(l : double,  b : double, h : double) : void</a:t>
                      </a:r>
                    </a:p>
                    <a:p>
                      <a:r>
                        <a:rPr lang="en-US" dirty="0"/>
                        <a:t>  +volume()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55074" y="4179390"/>
          <a:ext cx="556913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9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ClassDemo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sng" baseline="0" dirty="0">
                          <a:latin typeface="Times New Roman" pitchFamily="18" charset="0"/>
                          <a:cs typeface="Times New Roman" pitchFamily="18" charset="0"/>
                        </a:rPr>
                        <a:t>+main(args[]:String):void</a:t>
                      </a:r>
                      <a:endParaRPr 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74B880-5870-C064-2F9C-ACFF4814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Demo class with main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799114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class ClassDemo {	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static void main(String[] args)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{		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Cuboid Z1=new Cuboid();		Z1.setDimensions(Double.parseDouble(args[0]),				       Double.parseDouble(args[1]), 				       Double.parseDouble(args[2]));	System.out.println(Z1.volume());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}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1109" y="4885508"/>
            <a:ext cx="4820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Complete the Cuboid class with instance members, setter and volume method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70F88-0287-CFC8-F883-33BEED0E0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816" y="644115"/>
            <a:ext cx="8098971" cy="688295"/>
          </a:xfrm>
        </p:spPr>
        <p:txBody>
          <a:bodyPr/>
          <a:lstStyle/>
          <a:p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Primitive Data types and their Corresponding</a:t>
            </a:r>
            <a:b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Wrapper class</a:t>
            </a:r>
          </a:p>
        </p:txBody>
      </p:sp>
      <p:pic>
        <p:nvPicPr>
          <p:cNvPr id="5" name="Content Placeholder 4" descr="Wrapper-Class-in-Java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71" y="1554480"/>
            <a:ext cx="8621486" cy="4467497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6F6EF8-E685-F9A2-328A-F7FAEDC0A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8E3B-F8CA-4CB1-B9BB-05BC4CF4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79475-5E8F-41DF-8DEA-5CAEBD7D1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513487"/>
            <a:ext cx="7981407" cy="5678307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 Class</a:t>
            </a:r>
          </a:p>
          <a:p>
            <a:pPr marL="514350" indent="-514350">
              <a:buNone/>
            </a:pPr>
            <a:endParaRPr lang="en-US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US" dirty="0"/>
              <a:t>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is one of the ways to read input from the keyboard.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simplest way to get input in Java.</a:t>
            </a:r>
          </a:p>
          <a:p>
            <a:pPr marL="0" indent="0" algn="just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It  is found in the java.util package.</a:t>
            </a:r>
          </a:p>
          <a:p>
            <a:pPr marL="0" indent="0" algn="just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It extends Object class and implements Iterator and                      Closeable interfaces</a:t>
            </a:r>
            <a:r>
              <a:rPr lang="en-US" sz="24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91D0D-4548-F0FF-5F37-487807F89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691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To create object for scanner class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583" y="1528354"/>
            <a:ext cx="8229600" cy="3722915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Constructing a Scanner object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		Scanner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new Scanner(System.in);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Scanner console = new Scanner(System.in);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9DB0B-FE4A-3485-E56C-EA54B92E0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9" y="696367"/>
            <a:ext cx="7391400" cy="655638"/>
          </a:xfrm>
        </p:spPr>
        <p:txBody>
          <a:bodyPr/>
          <a:lstStyle/>
          <a:p>
            <a:pPr algn="l"/>
            <a:br>
              <a:rPr lang="en-US" sz="3200" dirty="0">
                <a:solidFill>
                  <a:srgbClr val="00B0F0"/>
                </a:solidFill>
              </a:rPr>
            </a:br>
            <a:r>
              <a:rPr lang="en-US" sz="3200" dirty="0">
                <a:solidFill>
                  <a:srgbClr val="00B0F0"/>
                </a:solidFill>
              </a:rPr>
              <a:t>   A few Scanner Class Methods</a:t>
            </a:r>
            <a:br>
              <a:rPr lang="en-US" sz="3200" dirty="0">
                <a:solidFill>
                  <a:srgbClr val="00B0F0"/>
                </a:solidFill>
              </a:rPr>
            </a:br>
            <a:endParaRPr lang="en-US" sz="3200" dirty="0">
              <a:solidFill>
                <a:srgbClr val="00B0F0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40106" y="2325185"/>
          <a:ext cx="8229600" cy="2926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3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81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Sl.No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Method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                 Description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8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nextInt()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reads a token of user input as an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int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81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nextDouble()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reads a token of user input as a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double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817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next()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reads a token of user input as a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String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81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nextLine()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reads a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line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 of user input as a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String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953F23-BAA2-4404-0B86-328F7B20D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Practice Problem-1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153194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Write a Java Program to read Student ID, name, marks of 3 subjects through Scanner, and display the details along with total and percentage obtained. 	</a:t>
            </a:r>
          </a:p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DAD76B-5964-EEF4-F9BE-E5A9FCCD0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01339" y="1174931"/>
          <a:ext cx="7537268" cy="3344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7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873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                 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          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Student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747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- id : int</a:t>
                      </a:r>
                    </a:p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- name :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String</a:t>
                      </a:r>
                    </a:p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- m1 : double</a:t>
                      </a:r>
                    </a:p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- m2 : double</a:t>
                      </a:r>
                    </a:p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- m3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85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+ setDetails(id:int,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name: String):void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+ setMarks(id : int,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name : String,m1 : double,m2 : double,m3 : double) : void</a:t>
                      </a:r>
                    </a:p>
                    <a:p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+calculateTotal():double</a:t>
                      </a:r>
                    </a:p>
                    <a:p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+calculatePercentage():double</a:t>
                      </a:r>
                    </a:p>
                    <a:p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+toString():String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628502" y="4688841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Cdemo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sng" baseline="0" dirty="0">
                          <a:latin typeface="Times New Roman" pitchFamily="18" charset="0"/>
                          <a:cs typeface="Times New Roman" pitchFamily="18" charset="0"/>
                        </a:rPr>
                        <a:t>+main(args[]:String):void</a:t>
                      </a:r>
                      <a:endParaRPr 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DE4C5F-E399-7143-CC78-F297470BF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Demo class with main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817" y="1151708"/>
            <a:ext cx="8817429" cy="5000898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class Cdemo{ 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public static void main(String args[])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{	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	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Scanner s = new Scanner(System.in);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 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Student c1 = new Student();	  c1.setDetails(s.nextInt(),s.next());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c1.setMarks(s.nextDouble(),s.nextDouble(),s.nextDouble());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------------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------------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-------------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71109" y="4885508"/>
            <a:ext cx="4820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Complete the Student class with private instance members and appropriate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0EB4BF-FA12-4335-21C9-C77EA720F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88" y="631054"/>
            <a:ext cx="7391400" cy="655638"/>
          </a:xfrm>
        </p:spPr>
        <p:txBody>
          <a:bodyPr/>
          <a:lstStyle/>
          <a:p>
            <a:pPr lvl="0"/>
            <a:r>
              <a:rPr lang="en-US" sz="32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Practice Problem-2 </a:t>
            </a:r>
            <a:br>
              <a:rPr lang="en-US" sz="32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63" y="1086394"/>
            <a:ext cx="8229600" cy="2414452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Create a Cuboid class with 3 public instance variables length, breadth and height of type double, and a method volume (). Create 2 objects with different values obtained through Scanner class and print the volume of each. </a:t>
            </a:r>
            <a:endParaRPr 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36618" y="3879668"/>
          <a:ext cx="2891245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1">
                <a:tc>
                  <a:txBody>
                    <a:bodyPr/>
                    <a:lstStyle/>
                    <a:p>
                      <a:r>
                        <a:rPr lang="en-US" dirty="0"/>
                        <a:t>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Cuboid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+ length : double</a:t>
                      </a:r>
                    </a:p>
                    <a:p>
                      <a:r>
                        <a:rPr lang="en-US" u="sng" dirty="0"/>
                        <a:t>+</a:t>
                      </a:r>
                      <a:r>
                        <a:rPr lang="en-US" u="sng" baseline="0" dirty="0"/>
                        <a:t> </a:t>
                      </a:r>
                      <a:r>
                        <a:rPr lang="en-US" u="sng" dirty="0"/>
                        <a:t>breadth : double</a:t>
                      </a:r>
                    </a:p>
                    <a:p>
                      <a:r>
                        <a:rPr lang="en-US" u="sng" dirty="0"/>
                        <a:t>+</a:t>
                      </a:r>
                      <a:r>
                        <a:rPr lang="en-US" u="sng" baseline="0" dirty="0"/>
                        <a:t> </a:t>
                      </a:r>
                      <a:r>
                        <a:rPr lang="en-US" u="sng" dirty="0"/>
                        <a:t>height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+</a:t>
                      </a:r>
                      <a:r>
                        <a:rPr lang="en-US" u="sng" baseline="0" dirty="0"/>
                        <a:t> </a:t>
                      </a:r>
                      <a:r>
                        <a:rPr lang="en-US" u="sng" dirty="0"/>
                        <a:t>volume()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46320" y="3879670"/>
          <a:ext cx="3069771" cy="1711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077">
                <a:tc>
                  <a:txBody>
                    <a:bodyPr/>
                    <a:lstStyle/>
                    <a:p>
                      <a:r>
                        <a:rPr lang="en-US" dirty="0"/>
                        <a:t>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Demo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459">
                <a:tc>
                  <a:txBody>
                    <a:bodyPr/>
                    <a:lstStyle/>
                    <a:p>
                      <a:endParaRPr 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698">
                <a:tc>
                  <a:txBody>
                    <a:bodyPr/>
                    <a:lstStyle/>
                    <a:p>
                      <a:endParaRPr lang="en-US" u="sng" dirty="0"/>
                    </a:p>
                    <a:p>
                      <a:r>
                        <a:rPr lang="en-US" u="sng" dirty="0"/>
                        <a:t>+main(</a:t>
                      </a:r>
                      <a:r>
                        <a:rPr lang="en-US" u="sng" dirty="0" err="1"/>
                        <a:t>args</a:t>
                      </a:r>
                      <a:r>
                        <a:rPr lang="en-US" u="sng" dirty="0"/>
                        <a:t>[] : String)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3E8725-2378-5649-B224-1E6A69F77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707674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Files and Directories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file is a named location that can be used to store related information.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directory is a collection of files and subdirectories.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File class from the java.io package, allows us to work with files.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create an object of the class, and specify the filename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77D8D-BBA3-00E6-F587-F7D7DAB0B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File Handling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400006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Import the file class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import java.io.File;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Specify the File name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File myObj = new File("filename.txt");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D109A-2836-30F1-C59E-BAEC87C7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766" y="564480"/>
            <a:ext cx="4671152" cy="655638"/>
          </a:xfrm>
        </p:spPr>
        <p:txBody>
          <a:bodyPr/>
          <a:lstStyle/>
          <a:p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File Operation Methods</a:t>
            </a:r>
            <a:b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23301" y="2159305"/>
          <a:ext cx="8229600" cy="282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1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0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4064">
                <a:tc>
                  <a:txBody>
                    <a:bodyPr/>
                    <a:lstStyle/>
                    <a:p>
                      <a:r>
                        <a:rPr lang="en-US" dirty="0"/>
                        <a:t>        Operation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Method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Package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064">
                <a:tc>
                  <a:txBody>
                    <a:bodyPr/>
                    <a:lstStyle/>
                    <a:p>
                      <a:r>
                        <a:rPr lang="en-US" baseline="0" dirty="0"/>
                        <a:t> To create a file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createNewFile()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java.io.File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064">
                <a:tc>
                  <a:txBody>
                    <a:bodyPr/>
                    <a:lstStyle/>
                    <a:p>
                      <a:r>
                        <a:rPr lang="en-US" dirty="0"/>
                        <a:t>To Read</a:t>
                      </a:r>
                      <a:r>
                        <a:rPr lang="en-US" baseline="0" dirty="0"/>
                        <a:t>  from a file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Read()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java.io.FileReader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064">
                <a:tc>
                  <a:txBody>
                    <a:bodyPr/>
                    <a:lstStyle/>
                    <a:p>
                      <a:r>
                        <a:rPr lang="en-US" dirty="0"/>
                        <a:t>To Write</a:t>
                      </a:r>
                      <a:r>
                        <a:rPr lang="en-US" baseline="0" dirty="0"/>
                        <a:t> to a file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Write()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java.io.FileWriter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064">
                <a:tc>
                  <a:txBody>
                    <a:bodyPr/>
                    <a:lstStyle/>
                    <a:p>
                      <a:r>
                        <a:rPr lang="en-US" dirty="0"/>
                        <a:t>To Delete a file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Delete()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java.io.File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6E857-59CE-2701-016C-C7D11E65A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 Sample file program to read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43697"/>
          </a:xfrm>
        </p:spPr>
        <p:txBody>
          <a:bodyPr/>
          <a:lstStyle/>
          <a:p>
            <a:pPr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File f1=new File(“Path of your file or fileName.txt")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Scanner sc=new Scanner(f1);</a:t>
            </a:r>
          </a:p>
          <a:p>
            <a:pPr>
              <a:buNone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 volume=1;</a:t>
            </a:r>
          </a:p>
          <a:p>
            <a:pPr>
              <a:buNone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while(sc.hasNextLine()) {</a:t>
            </a:r>
          </a:p>
          <a:p>
            <a:pPr>
              <a:buNone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volume*=sc.nextInt();</a:t>
            </a:r>
          </a:p>
          <a:p>
            <a:pPr>
              <a:buNone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contents are read from the file NewFile.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volume is calculated </a:t>
            </a:r>
          </a:p>
          <a:p>
            <a:pPr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b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A0E4A-B797-D1BD-4C97-40AAD2A9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PrintWriter myWriter = new PrintWriter("C:\\Desktop\\JAVA_PGMS\\Files\\src\\Files\\Result");</a:t>
            </a:r>
          </a:p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  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myWriter.print(volume);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    myWriter.close();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    System.out.println("Successfully wrote to the file.");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Using PrintWriter class the volume calculated is written to File Result.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622663" y="53526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A Sample file program to write to a file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CDA729-E40D-0CDB-B912-656586A61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A sample file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034143"/>
            <a:ext cx="8229600" cy="5029200"/>
          </a:xfrm>
        </p:spPr>
        <p:txBody>
          <a:bodyPr/>
          <a:lstStyle/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class FDemo 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	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public static void main(String[] args) throws FileNotFoundException 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{		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File f=new File("C:\\Users\\ADMIN\\eclipse-workspace\\CO1\\src\\inputing\\Data");		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Scanner s=new Scanner(f);		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Cuboid c1=new Cuboid();		c1.setDimensions(s.nextDouble(),s.nextDouble(),s.nextDouble());		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System.out.println(c1.volume()); }}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800A8-CFE4-3EA4-976E-52C194F5B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53890</TotalTime>
  <Words>1780</Words>
  <Application>Microsoft Macintosh PowerPoint</Application>
  <PresentationFormat>On-screen Show (4:3)</PresentationFormat>
  <Paragraphs>256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Courier New</vt:lpstr>
      <vt:lpstr>Times New Roman</vt:lpstr>
      <vt:lpstr>Verdana</vt:lpstr>
      <vt:lpstr>Wingdings</vt:lpstr>
      <vt:lpstr>Wingdings 2</vt:lpstr>
      <vt:lpstr>klu</vt:lpstr>
      <vt:lpstr>Session-7&amp;8: Command Line Argument, Input through Scanner class and Wrapper classes</vt:lpstr>
      <vt:lpstr>Session Outcomes</vt:lpstr>
      <vt:lpstr>Command Line Arguments</vt:lpstr>
      <vt:lpstr>Command Line Arguments</vt:lpstr>
      <vt:lpstr>PowerPoint Presentation</vt:lpstr>
      <vt:lpstr> How to handle Numeric data </vt:lpstr>
      <vt:lpstr>Wrapper Class</vt:lpstr>
      <vt:lpstr> Wrapper Class…Contd </vt:lpstr>
      <vt:lpstr> Difference between  Primitive data type and  object of a wrapper class</vt:lpstr>
      <vt:lpstr>Object of a wrapper class</vt:lpstr>
      <vt:lpstr> Wrapper Class Example : Sum of two numbers</vt:lpstr>
      <vt:lpstr>PowerPoint Presentation</vt:lpstr>
      <vt:lpstr>Class Diagram</vt:lpstr>
      <vt:lpstr>Demo class with main method</vt:lpstr>
      <vt:lpstr>Primitive Data types and their Corresponding  Wrapper class</vt:lpstr>
      <vt:lpstr>                                   </vt:lpstr>
      <vt:lpstr>To create object for scanner class </vt:lpstr>
      <vt:lpstr>    A few Scanner Class Methods </vt:lpstr>
      <vt:lpstr>Practice Problem-1</vt:lpstr>
      <vt:lpstr>Class Diagram</vt:lpstr>
      <vt:lpstr>Demo class with main method</vt:lpstr>
      <vt:lpstr>Practice Problem-2  </vt:lpstr>
      <vt:lpstr>File Handling</vt:lpstr>
      <vt:lpstr>File Handling Example</vt:lpstr>
      <vt:lpstr>  File Operation Methods </vt:lpstr>
      <vt:lpstr>A Sample file program to read from a file</vt:lpstr>
      <vt:lpstr>PowerPoint Presentation</vt:lpstr>
      <vt:lpstr>A sample file program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1212</cp:revision>
  <cp:lastPrinted>1999-01-11T10:11:19Z</cp:lastPrinted>
  <dcterms:created xsi:type="dcterms:W3CDTF">1999-01-07T21:51:57Z</dcterms:created>
  <dcterms:modified xsi:type="dcterms:W3CDTF">2024-09-12T09:41:25Z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