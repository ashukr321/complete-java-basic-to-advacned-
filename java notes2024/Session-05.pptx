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81" r:id="rId2"/>
    <p:sldId id="295" r:id="rId3"/>
    <p:sldId id="291" r:id="rId4"/>
    <p:sldId id="270" r:id="rId5"/>
    <p:sldId id="278" r:id="rId6"/>
    <p:sldId id="293" r:id="rId7"/>
    <p:sldId id="274" r:id="rId8"/>
    <p:sldId id="279" r:id="rId9"/>
    <p:sldId id="273" r:id="rId10"/>
    <p:sldId id="294" r:id="rId11"/>
    <p:sldId id="292" r:id="rId12"/>
    <p:sldId id="272" r:id="rId13"/>
    <p:sldId id="257" r:id="rId14"/>
    <p:sldId id="298" r:id="rId15"/>
    <p:sldId id="297" r:id="rId16"/>
    <p:sldId id="258" r:id="rId17"/>
    <p:sldId id="299" r:id="rId18"/>
    <p:sldId id="30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eela rao" initials="ar" lastIdx="1" clrIdx="0">
    <p:extLst>
      <p:ext uri="{19B8F6BF-5375-455C-9EA6-DF929625EA0E}">
        <p15:presenceInfo xmlns:p15="http://schemas.microsoft.com/office/powerpoint/2012/main" userId="bd4c891bb866a6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43" autoAdjust="0"/>
    <p:restoredTop sz="94720"/>
  </p:normalViewPr>
  <p:slideViewPr>
    <p:cSldViewPr snapToGrid="0">
      <p:cViewPr varScale="1">
        <p:scale>
          <a:sx n="102" d="100"/>
          <a:sy n="102" d="100"/>
        </p:scale>
        <p:origin x="8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E072C-07E5-41CA-8A56-641D39DD7CCE}" type="datetimeFigureOut">
              <a:rPr lang="en-GB" smtClean="0"/>
              <a:pPr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728DF-7DF7-4845-8469-539C8D131F9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3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Assume class Box { double width; double height; double depth; }    for prog2-NullPointerException as mybox2 is made null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728DF-7DF7-4845-8469-539C8D131F9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52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Recall types of variables: local-inside </a:t>
            </a:r>
            <a:r>
              <a:rPr lang="en-GB" dirty="0" err="1"/>
              <a:t>method,instance</a:t>
            </a:r>
            <a:r>
              <a:rPr lang="en-GB" dirty="0"/>
              <a:t>-inside </a:t>
            </a:r>
            <a:r>
              <a:rPr lang="en-GB" dirty="0" err="1"/>
              <a:t>class,outside</a:t>
            </a:r>
            <a:r>
              <a:rPr lang="en-GB" dirty="0"/>
              <a:t> </a:t>
            </a:r>
            <a:r>
              <a:rPr lang="en-GB" dirty="0" err="1"/>
              <a:t>method,class</a:t>
            </a:r>
            <a:r>
              <a:rPr lang="en-GB" dirty="0"/>
              <a:t>-inside class but with word static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728DF-7DF7-4845-8469-539C8D131F9B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9AE62-07FF-554E-9BAD-17F7C971F2AD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0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362"/>
            <a:ext cx="98552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07419-2658-AF48-9238-CBDBE901B49E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2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86CAA-3303-874B-879C-17009532474A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98552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DCB0B-7FA7-E94F-A938-1B500E2DCCC5}" type="datetime1">
              <a:rPr lang="en-IN" smtClean="0"/>
              <a:t>12/09/24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0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362"/>
            <a:ext cx="98552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2ECE5-0529-FB44-867A-7B7EA3FBF9BA}" type="datetime1">
              <a:rPr lang="en-IN" smtClean="0"/>
              <a:t>12/09/24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3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8552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ECE0E-608D-2341-9159-188933F0E00F}" type="datetime1">
              <a:rPr lang="en-IN" smtClean="0"/>
              <a:t>12/09/24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8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84DDB-82B1-D349-9A1B-77B667FDFEBE}" type="datetime1">
              <a:rPr lang="en-IN" smtClean="0"/>
              <a:t>12/09/24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1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62000"/>
            <a:ext cx="4011084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14400"/>
            <a:ext cx="6815667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E249C-28EC-3844-801F-05CD46E7D712}" type="datetime1">
              <a:rPr lang="en-IN" smtClean="0"/>
              <a:t>12/09/24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1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9BA07-3CFA-B841-AC3A-4449A6E2AE93}" type="datetime1">
              <a:rPr lang="en-IN" smtClean="0"/>
              <a:t>12/09/24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7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8552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0"/>
            <a:ext cx="109728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1CC06-64EF-DB49-A00E-6A5935559209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3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066801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85801"/>
            <a:ext cx="80264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14360-77DA-A34B-BF57-26A6B00BAC9D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57200"/>
            <a:ext cx="98552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295400"/>
            <a:ext cx="10972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979F2D4-D481-E941-8C1A-F59B0CF032FF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642600" y="977900"/>
            <a:ext cx="1524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9347200" y="444500"/>
            <a:ext cx="13208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304800" y="444500"/>
            <a:ext cx="97028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29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3C19BB-2BB1-4C2C-BD89-FA5FA2C4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wrap="square" anchor="ctr"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5: Creating objects and accessing members through object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C4FE64-4C57-4288-9816-44C400377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 wrap="square" anchor="t">
            <a:normAutofit/>
          </a:bodyPr>
          <a:lstStyle/>
          <a:p>
            <a:r>
              <a:rPr lang="en-GB" dirty="0"/>
              <a:t>  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B7EB1A3-3B1C-96BE-96E7-4931995C4CC7}"/>
              </a:ext>
            </a:extLst>
          </p:cNvPr>
          <p:cNvSpPr txBox="1">
            <a:spLocks/>
          </p:cNvSpPr>
          <p:nvPr/>
        </p:nvSpPr>
        <p:spPr bwMode="auto">
          <a:xfrm>
            <a:off x="2209800" y="3698267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9pPr>
          </a:lstStyle>
          <a:p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Naveen Kumar 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AIIT, AUP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8B3A3-C51E-E946-F68D-50A3E358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3525-410D-4743-A875-D9B47DB0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B5C0C-445B-4A6C-8354-6A42C982F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be able to:</a:t>
            </a: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reference variables, creation of objects using new     	keyword.</a:t>
            </a:r>
          </a:p>
          <a:p>
            <a:pPr marL="0" indent="0">
              <a:buFont typeface="Wingdings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the instance variable using objects.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A5B7-1E15-96DD-3657-8260AC38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8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02CB-ABE4-4D5E-B9C7-DE29EAFA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78" y="292146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in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82B1-2F17-4353-A856-CD0343297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91" y="1907322"/>
            <a:ext cx="4937884" cy="4063261"/>
          </a:xfrm>
        </p:spPr>
        <p:txBody>
          <a:bodyPr anchor="ctr">
            <a:normAutofit/>
          </a:bodyPr>
          <a:lstStyle/>
          <a:p>
            <a:pPr algn="just"/>
            <a:r>
              <a:rPr lang="en-GB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is a basic building block of  an OOP language. </a:t>
            </a:r>
          </a:p>
          <a:p>
            <a:pPr algn="just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can </a:t>
            </a:r>
            <a:r>
              <a:rPr lang="en-IN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an object by creating an </a:t>
            </a:r>
            <a:r>
              <a:rPr lang="en-GB" sz="2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 of a class</a:t>
            </a:r>
            <a:r>
              <a:rPr lang="en-GB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or </a:t>
            </a:r>
            <a:r>
              <a:rPr lang="en-GB" sz="2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instantiating a class.</a:t>
            </a:r>
          </a:p>
          <a:p>
            <a:endParaRPr lang="en-GB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5BD8E-572A-4845-8FD8-554D5DE7FB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0" r="-2" b="5203"/>
          <a:stretch/>
        </p:blipFill>
        <p:spPr>
          <a:xfrm>
            <a:off x="5977788" y="1012874"/>
            <a:ext cx="5205144" cy="504577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BC1AD-B98E-134A-509A-32DA5A0E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0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0C97-CC6A-4CD2-A4C5-52E1BA0D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‘new’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EA475-D51D-48BA-9E1E-2E258BEF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22" y="2494450"/>
            <a:ext cx="9403312" cy="43635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an object or instance of the class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allocates memory (heap) for the newly created object and also returns the reference of that object to that memory. </a:t>
            </a: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22781-7589-072E-FB49-49AB8024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1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0408-0438-46F2-8BF8-F5367C6E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Heap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5CAD9-57E7-4ED0-8F71-FD6F56990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objects reside in an area called the heap. 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heap is created when the JVM starts up and may increase or decrease in size while the application runs.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D07E3-24D1-4880-E526-5F8469B5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94861C-EEB8-4027-ACDD-7FACA676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98806"/>
            <a:ext cx="9855200" cy="144194"/>
          </a:xfrm>
        </p:spPr>
        <p:txBody>
          <a:bodyPr/>
          <a:lstStyle/>
          <a:p>
            <a:br>
              <a:rPr lang="en-GB" b="1" dirty="0">
                <a:solidFill>
                  <a:srgbClr val="00B0F0"/>
                </a:solidFill>
              </a:rPr>
            </a:br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GB" b="1" dirty="0">
                <a:solidFill>
                  <a:srgbClr val="00B0F0"/>
                </a:solidFill>
              </a:rPr>
              <a:t> </a:t>
            </a:r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creating an object:</a:t>
            </a:r>
            <a:b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22898C-37F2-4297-AD3E-A876AFA7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GB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 objectName = new ClassName();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F0F38A-BD00-3AFA-7808-3202E99A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3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8C5D-127E-47A6-AD65-C02425F3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9855200" cy="999978"/>
          </a:xfrm>
        </p:spPr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 object using ‘new’ :</a:t>
            </a:r>
            <a:b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be done in two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0958-C401-4015-B960-E3AEEF076D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LcParenR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 and instantiation in   single line 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 a= new MyClass();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Only declarations doesn’t create objects.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B3C36-28EC-44D3-AA09-43526E6A02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Declaration of object , then instantiation in next line.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 a;</a:t>
            </a: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a=new MyClass();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4753-0812-BC57-2F6A-FEB238A5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8E9B-05B2-4110-82E3-0336C32E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9855200" cy="609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new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9D71-D9E2-46C2-988B-DAB0152ED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5029200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90000"/>
              </a:lnSpc>
              <a:buNone/>
            </a:pPr>
            <a:endParaRPr lang="en-GB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Student </a:t>
            </a: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Student();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5F3753-5985-4264-9DB2-F4D2EC38A0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4080" y="1631852"/>
            <a:ext cx="6005733" cy="3930748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37F0-579E-6E77-7633-6012C0E5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4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3B77-676B-4E21-A80B-712E46F4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 object using ‘new’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F160-FDF4-4C19-ADD0-35A94096B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068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 a= new MyClass();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three actions:</a:t>
            </a:r>
          </a:p>
          <a:p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declaration, 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instantiation, and 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initialization. </a:t>
            </a:r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01F1E9-DADB-4F2B-AB48-60B6C37AF8DF}"/>
              </a:ext>
            </a:extLst>
          </p:cNvPr>
          <p:cNvCxnSpPr/>
          <p:nvPr/>
        </p:nvCxnSpPr>
        <p:spPr>
          <a:xfrm>
            <a:off x="5664589" y="2411492"/>
            <a:ext cx="1913207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40094E-9C83-4E21-944F-93DEBD4705AD}"/>
              </a:ext>
            </a:extLst>
          </p:cNvPr>
          <p:cNvSpPr txBox="1"/>
          <p:nvPr/>
        </p:nvSpPr>
        <p:spPr>
          <a:xfrm flipH="1">
            <a:off x="6095999" y="3694063"/>
            <a:ext cx="2963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‘a’ is  an object created of type MyClass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E082D4-A361-4A6A-8E9B-3F69D520F76F}"/>
              </a:ext>
            </a:extLst>
          </p:cNvPr>
          <p:cNvCxnSpPr>
            <a:cxnSpLocks/>
          </p:cNvCxnSpPr>
          <p:nvPr/>
        </p:nvCxnSpPr>
        <p:spPr>
          <a:xfrm>
            <a:off x="6428935" y="2373807"/>
            <a:ext cx="2996419" cy="94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E4CEAB-DB09-414E-8E27-98C62E8D54C2}"/>
              </a:ext>
            </a:extLst>
          </p:cNvPr>
          <p:cNvSpPr txBox="1"/>
          <p:nvPr/>
        </p:nvSpPr>
        <p:spPr>
          <a:xfrm>
            <a:off x="9523828" y="2785403"/>
            <a:ext cx="22789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‘new’ operator instantiates the MyClass class (thereby creating a new MyClass object)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617B19-0C70-4B3A-918D-C59597CFEFB0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877908" y="1780065"/>
            <a:ext cx="1744394" cy="158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734644-A098-4C29-827C-3E51A3B99CAA}"/>
              </a:ext>
            </a:extLst>
          </p:cNvPr>
          <p:cNvSpPr txBox="1"/>
          <p:nvPr/>
        </p:nvSpPr>
        <p:spPr>
          <a:xfrm>
            <a:off x="9622302" y="1364566"/>
            <a:ext cx="2011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Initialising object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DF6A7-CBED-DC54-DCB2-3EB123CA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E4DB-517D-45D4-BF38-A386BFB8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DAF71D-77A3-48B8-A4BF-46A8FD84C76D}"/>
              </a:ext>
            </a:extLst>
          </p:cNvPr>
          <p:cNvCxnSpPr>
            <a:cxnSpLocks/>
          </p:cNvCxnSpPr>
          <p:nvPr/>
        </p:nvCxnSpPr>
        <p:spPr>
          <a:xfrm>
            <a:off x="3727938" y="1982691"/>
            <a:ext cx="2067951" cy="43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9CA45D-74A9-4965-ADA6-991D361F86EE}"/>
              </a:ext>
            </a:extLst>
          </p:cNvPr>
          <p:cNvSpPr txBox="1"/>
          <p:nvPr/>
        </p:nvSpPr>
        <p:spPr>
          <a:xfrm>
            <a:off x="6096000" y="2025748"/>
            <a:ext cx="193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 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7CF0DD-D268-43C1-A106-0AF9A21B41A1}"/>
              </a:ext>
            </a:extLst>
          </p:cNvPr>
          <p:cNvCxnSpPr/>
          <p:nvPr/>
        </p:nvCxnSpPr>
        <p:spPr>
          <a:xfrm>
            <a:off x="3727936" y="3699803"/>
            <a:ext cx="1674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771937-0F3A-426A-885B-5F3884C5FD27}"/>
              </a:ext>
            </a:extLst>
          </p:cNvPr>
          <p:cNvCxnSpPr>
            <a:cxnSpLocks/>
          </p:cNvCxnSpPr>
          <p:nvPr/>
        </p:nvCxnSpPr>
        <p:spPr>
          <a:xfrm>
            <a:off x="3727937" y="2957971"/>
            <a:ext cx="3657601" cy="6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880B96-B125-4DAD-9B33-17B9A8BC1669}"/>
              </a:ext>
            </a:extLst>
          </p:cNvPr>
          <p:cNvSpPr txBox="1"/>
          <p:nvPr/>
        </p:nvSpPr>
        <p:spPr>
          <a:xfrm>
            <a:off x="7695028" y="2996418"/>
            <a:ext cx="2278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Instance variables/attributes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2DE429-6BF0-48FC-9E40-D6B9BF5189A6}"/>
              </a:ext>
            </a:extLst>
          </p:cNvPr>
          <p:cNvSpPr txBox="1"/>
          <p:nvPr/>
        </p:nvSpPr>
        <p:spPr>
          <a:xfrm>
            <a:off x="5326968" y="3676917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Instance methods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C8556F2A-A5BD-4565-8754-5A75A72CF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972" y="1639454"/>
            <a:ext cx="2278964" cy="270361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48299-5FA2-A31E-F13B-6720FD40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0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6612-EDB9-4D45-B9FE-F313D8FF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1: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class Student with two instance variables and one instance method, create object in main method to print details of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CA80-A166-471D-95B6-D632D1E13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4394"/>
            <a:ext cx="5384800" cy="4580206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2F3CBD-411B-40D0-84B2-DBE87987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491175"/>
            <a:ext cx="5384800" cy="4833424"/>
          </a:xfrm>
        </p:spPr>
        <p:txBody>
          <a:bodyPr/>
          <a:lstStyle/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 are: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Teja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Age: 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4FF08-E942-4A7C-BB77-9128A503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20" y="2568233"/>
            <a:ext cx="2740928" cy="194078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1A67E-4BB1-370E-D53A-60CC434CD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4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E470-5D87-4B02-B849-236DA44CB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41009"/>
            <a:ext cx="9855200" cy="541605"/>
          </a:xfrm>
        </p:spPr>
        <p:txBody>
          <a:bodyPr>
            <a:noAutofit/>
          </a:bodyPr>
          <a:lstStyle/>
          <a:p>
            <a:pPr algn="l"/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2: </a:t>
            </a:r>
            <a:b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Cuboid class with 3 instance variables length, breadth and height of type double, and a method volume (). Create 2 objects with different values and print the volume.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4DAB-FE87-4481-A380-82EBF3D0FE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71394B-A4D2-4372-8EC4-BBAD0F3AE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349304"/>
            <a:ext cx="5384800" cy="3975295"/>
          </a:xfrm>
        </p:spPr>
        <p:txBody>
          <a:bodyPr/>
          <a:lstStyle/>
          <a:p>
            <a:pPr marL="0" indent="0">
              <a:buNone/>
            </a:pPr>
            <a:r>
              <a:rPr lang="en-GB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  <a:p>
            <a:pPr marL="0" indent="0">
              <a:buNone/>
            </a:pPr>
            <a:endParaRPr lang="en-GB" sz="20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of cuboid is : 120.00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(when user inputs length=4,breadth=5,height=6)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of cuboid is: 36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(when user inputs length=2,breadth=3,height=6)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C575F-19EA-4BA6-A914-01A0F902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48" y="2734554"/>
            <a:ext cx="3052789" cy="254083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A4F70-3FBC-433D-95B8-4F3F2E859A1E}"/>
              </a:ext>
            </a:extLst>
          </p:cNvPr>
          <p:cNvCxnSpPr/>
          <p:nvPr/>
        </p:nvCxnSpPr>
        <p:spPr>
          <a:xfrm>
            <a:off x="1407695" y="5029200"/>
            <a:ext cx="22980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024EC-F178-36D6-B7B2-E0DE3288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0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A232-2816-4672-9B50-DD1A6151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72" y="337625"/>
            <a:ext cx="10515600" cy="1055076"/>
          </a:xfrm>
        </p:spPr>
        <p:txBody>
          <a:bodyPr>
            <a:no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output of the following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3289-31CC-4DD8-A132-53AFEB4A8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252026"/>
            <a:ext cx="6019800" cy="5605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1: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BoxDemo2 {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 </a:t>
            </a:r>
            <a:r>
              <a:rPr lang="en-GB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[]) {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mybox1 = new Box();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mybox2 = mybox1;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mybox1.width=10;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System.out.println(mybox2.width);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18387-7281-4599-A65F-E7F31E5FD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1" y="1252026"/>
            <a:ext cx="6172199" cy="5605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following class: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4415FC69-315F-4FA2-8AA6-292B0C371C06}"/>
              </a:ext>
            </a:extLst>
          </p:cNvPr>
          <p:cNvSpPr/>
          <p:nvPr/>
        </p:nvSpPr>
        <p:spPr>
          <a:xfrm>
            <a:off x="4161787" y="2177716"/>
            <a:ext cx="1228361" cy="45516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mybox1 is an object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F5664-240A-400D-8887-727030C0D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88" y="2307102"/>
            <a:ext cx="2522429" cy="13943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3EAE0C-F016-4297-A9B6-B8171DC9CEFF}"/>
              </a:ext>
            </a:extLst>
          </p:cNvPr>
          <p:cNvSpPr/>
          <p:nvPr/>
        </p:nvSpPr>
        <p:spPr>
          <a:xfrm>
            <a:off x="9568005" y="4400241"/>
            <a:ext cx="1305703" cy="7492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mybox2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01D209EF-CEFE-4886-BD81-4AFFC0392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400248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391139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27963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62547AB-3B0F-4F66-A30F-0294F7F15B39}"/>
              </a:ext>
            </a:extLst>
          </p:cNvPr>
          <p:cNvSpPr/>
          <p:nvPr/>
        </p:nvSpPr>
        <p:spPr>
          <a:xfrm>
            <a:off x="6801854" y="4400240"/>
            <a:ext cx="1523999" cy="7492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mybox1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E271FB-8EA9-4BC8-9C40-DC3182E45ADB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8325853" y="4774878"/>
            <a:ext cx="12421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C4DE0-A901-3CE0-14D8-F8596112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9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C982C5-B23A-474B-AF0C-DC21CCD9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7362"/>
            <a:ext cx="9855200" cy="655638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 in java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562A54-C6A9-4F3F-90F1-5A08E5190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473" y="1143000"/>
            <a:ext cx="8734826" cy="4537572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0167BA-32FC-76D1-079E-224BC56D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B11B4E-1FDB-4341-BF52-AC71DD65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members in java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2CE65C-4F8F-4643-B917-1673F2F93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6399" y="1143000"/>
            <a:ext cx="6544426" cy="46478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82DCAA-8A0A-4BE3-ADCB-CA661BF5EBD6}"/>
              </a:ext>
            </a:extLst>
          </p:cNvPr>
          <p:cNvSpPr/>
          <p:nvPr/>
        </p:nvSpPr>
        <p:spPr>
          <a:xfrm>
            <a:off x="6096000" y="5245768"/>
            <a:ext cx="1544053" cy="2406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E5FBE1-7961-1E89-7D2A-2299A184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B691-9246-405E-B02E-EC8E966C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32843"/>
            <a:ext cx="10515600" cy="689952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 and static members and rules of accessing</a:t>
            </a:r>
            <a:b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914490-E8A5-4FF4-BD94-10CACCDB4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385" y="1364377"/>
            <a:ext cx="5157787" cy="520504"/>
          </a:xfrm>
        </p:spPr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members/methods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6B0018-57A6-4647-8162-8AB5A065F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13810"/>
            <a:ext cx="5157787" cy="4644189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be called after creating the Object of the class.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individual Object created from the class has its own copy of the instance method(s) of that class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a single memory location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overridden since they are resolved using 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binding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 run time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9F3879-49B1-48FF-A661-FF0932545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3969" y="1518928"/>
            <a:ext cx="5183188" cy="520505"/>
          </a:xfrm>
        </p:spPr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Static members/methods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C655F6-2923-4A2F-8E80-047C18214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13810"/>
            <a:ext cx="5183188" cy="3975853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method(s) are associated to the class in which they reside.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not be overridden. But can be overloaded since they are resolved using </a:t>
            </a: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binding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by compiler at compile time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9FD20-A79D-25BC-2E67-0B760B5B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5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63BD36C-5A11-47AC-B942-20DA64DA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2952"/>
            <a:ext cx="9855200" cy="609918"/>
          </a:xfrm>
        </p:spPr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 and static members and rules of accessing</a:t>
            </a:r>
            <a:b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00B0F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70F025-29C1-4FE2-9AC6-57271D0D5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548129"/>
            <a:ext cx="10972800" cy="2523742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8CEBD5-6CF8-4ECB-FA74-C8448AFF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9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683" y="2724125"/>
            <a:ext cx="9855200" cy="6556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Q &amp; 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B9E28-DE86-321E-85A6-0C8EB1A0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AII, AUP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898</Words>
  <Application>Microsoft Macintosh PowerPoint</Application>
  <PresentationFormat>Widescreen</PresentationFormat>
  <Paragraphs>145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klu</vt:lpstr>
      <vt:lpstr>SESSION 5: Creating objects and accessing members through object </vt:lpstr>
      <vt:lpstr>Session Outcomes</vt:lpstr>
      <vt:lpstr>Object in OOP</vt:lpstr>
      <vt:lpstr>‘new’ keyword</vt:lpstr>
      <vt:lpstr>Heap memory</vt:lpstr>
      <vt:lpstr> Syntax for creating an object: </vt:lpstr>
      <vt:lpstr>Creating an object using ‘new’ : It can be done in two ways</vt:lpstr>
      <vt:lpstr>Using new Keyword</vt:lpstr>
      <vt:lpstr>Creating an object using ‘new’</vt:lpstr>
      <vt:lpstr>Class Diagram</vt:lpstr>
      <vt:lpstr>  Problem Statement 1: Create a class Student with two instance variables and one instance method, create object in main method to print details of student</vt:lpstr>
      <vt:lpstr>Problem Statement 2:  Create a Cuboid class with 3 instance variables length, breadth and height of type double, and a method volume (). Create 2 objects with different values and print the volume.</vt:lpstr>
      <vt:lpstr>Predict the output of the following code snippet</vt:lpstr>
      <vt:lpstr>Instance members in java</vt:lpstr>
      <vt:lpstr>Static members in java</vt:lpstr>
      <vt:lpstr> Instance members and static members and rules of accessing  </vt:lpstr>
      <vt:lpstr>Instance members and static members and rules of accessing 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objects and accessing members through object   SESSION 5</dc:title>
  <dc:creator>aneela rao</dc:creator>
  <cp:lastModifiedBy>NAVEEN KUMAR</cp:lastModifiedBy>
  <cp:revision>14</cp:revision>
  <dcterms:created xsi:type="dcterms:W3CDTF">2021-01-19T10:19:30Z</dcterms:created>
  <dcterms:modified xsi:type="dcterms:W3CDTF">2024-09-12T09:34:24Z</dcterms:modified>
</cp:coreProperties>
</file>