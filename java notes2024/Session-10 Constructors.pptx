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947" r:id="rId2"/>
    <p:sldId id="317" r:id="rId3"/>
    <p:sldId id="948" r:id="rId4"/>
    <p:sldId id="952" r:id="rId5"/>
    <p:sldId id="953" r:id="rId6"/>
    <p:sldId id="954" r:id="rId7"/>
    <p:sldId id="963" r:id="rId8"/>
    <p:sldId id="968" r:id="rId9"/>
    <p:sldId id="949" r:id="rId10"/>
    <p:sldId id="964" r:id="rId11"/>
    <p:sldId id="965" r:id="rId12"/>
    <p:sldId id="969" r:id="rId13"/>
    <p:sldId id="966" r:id="rId14"/>
    <p:sldId id="955" r:id="rId15"/>
    <p:sldId id="970" r:id="rId16"/>
    <p:sldId id="959" r:id="rId17"/>
    <p:sldId id="971" r:id="rId18"/>
    <p:sldId id="961" r:id="rId19"/>
    <p:sldId id="967" r:id="rId20"/>
    <p:sldId id="960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14" autoAdjust="0"/>
    <p:restoredTop sz="87840" autoAdjust="0"/>
  </p:normalViewPr>
  <p:slideViewPr>
    <p:cSldViewPr snapToGrid="0">
      <p:cViewPr varScale="1">
        <p:scale>
          <a:sx n="94" d="100"/>
          <a:sy n="94" d="100"/>
        </p:scale>
        <p:origin x="246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3F062B-4407-48C2-9F1D-114345B3F5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KL University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9C3BC-1893-4867-8B61-4AE94C4B8B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77D7F-E04C-4811-B927-8BC0506D3F92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C6EBC-EB1D-4F80-A237-6D41979C00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KLEF                                              P-1(CTD)                                           BES-1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FFD9E-E0B3-475F-96FB-D407AB47DA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2A67C-BA25-4B8D-8726-A76BF40653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92975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GB"/>
              <a:t>KL University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9/12/24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pt-BR"/>
              <a:t>KLEF                                              P-1(CTD)                                           BES-1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6596C2-4EDC-7B42-AA45-3D4AC8E175B6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19F62-E49D-824A-BC95-164DA149CE76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1EB2F-D1E3-AC41-97D5-9FCDC4BD5FDB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82D18-823D-AB45-986F-6AAED3CE6D46}" type="datetime1">
              <a:rPr lang="en-IN" smtClean="0"/>
              <a:t>12/09/24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1ED84-ED1D-BF41-A2ED-63FBF2D246D8}" type="datetime1">
              <a:rPr lang="en-IN" smtClean="0"/>
              <a:t>12/09/24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FDAF6-CD37-9C4A-9957-3C8DB1CF9AC7}" type="datetime1">
              <a:rPr lang="en-IN" smtClean="0"/>
              <a:t>12/09/24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ECB73-650C-A545-9596-136BC3E92129}" type="datetime1">
              <a:rPr lang="en-IN" smtClean="0"/>
              <a:t>12/09/24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4664F-110E-2C4E-B38F-A400CF603266}" type="datetime1">
              <a:rPr lang="en-IN" smtClean="0"/>
              <a:t>12/09/24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2E7DD-DD7E-DF43-B038-0A8891CA182A}" type="datetime1">
              <a:rPr lang="en-IN" smtClean="0"/>
              <a:t>12/09/24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3D30F-5C69-AF4C-A964-F82261FF36EA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14A0C-9FF1-E548-8429-C4CC814CABA8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85A6312-08BF-C74F-BDB1-676B09371039}" type="datetime1">
              <a:rPr lang="en-IN" smtClean="0"/>
              <a:t>12/09/24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C265-0FFA-4994-9190-406196AC8F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                 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73EDA-C346-4D6E-8E58-F0ABE0D4E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                 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B0F0B-2605-44D6-833B-2EF40FC4E5B0}"/>
              </a:ext>
            </a:extLst>
          </p:cNvPr>
          <p:cNvSpPr txBox="1"/>
          <p:nvPr/>
        </p:nvSpPr>
        <p:spPr>
          <a:xfrm>
            <a:off x="1023582" y="1705970"/>
            <a:ext cx="6748818" cy="161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00B0F0"/>
                </a:solidFill>
                <a:cs typeface="Times New Roman" panose="02020603050405020304" pitchFamily="18" charset="0"/>
              </a:rPr>
              <a:t>Session 10:</a:t>
            </a:r>
          </a:p>
          <a:p>
            <a:pPr algn="ctr"/>
            <a:r>
              <a:rPr lang="en-IN" sz="4800" b="1" dirty="0">
                <a:solidFill>
                  <a:srgbClr val="00B0F0"/>
                </a:solidFill>
                <a:cs typeface="Times New Roman" panose="02020603050405020304" pitchFamily="18" charset="0"/>
              </a:rPr>
              <a:t>Constructors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E468CBC-2E69-49CF-8630-6374D99C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BB5AA-A4C9-3489-E357-EB9481EFD362}"/>
              </a:ext>
            </a:extLst>
          </p:cNvPr>
          <p:cNvSpPr txBox="1"/>
          <p:nvPr/>
        </p:nvSpPr>
        <p:spPr>
          <a:xfrm>
            <a:off x="1197591" y="4007845"/>
            <a:ext cx="67488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err="1">
                <a:cs typeface="Times New Roman" panose="02020603050405020304" pitchFamily="18" charset="0"/>
              </a:rPr>
              <a:t>Dr.</a:t>
            </a:r>
            <a:r>
              <a:rPr lang="en-IN" sz="2800" b="1" dirty="0">
                <a:cs typeface="Times New Roman" panose="02020603050405020304" pitchFamily="18" charset="0"/>
              </a:rPr>
              <a:t> Naveen Kumar</a:t>
            </a:r>
          </a:p>
          <a:p>
            <a:pPr algn="ctr"/>
            <a:r>
              <a:rPr lang="en-IN" sz="2800" b="1" dirty="0">
                <a:cs typeface="Times New Roman" panose="02020603050405020304" pitchFamily="18" charset="0"/>
              </a:rPr>
              <a:t>Associate Professor,</a:t>
            </a:r>
          </a:p>
          <a:p>
            <a:pPr algn="ctr"/>
            <a:r>
              <a:rPr lang="en-IN" sz="2800" b="1" dirty="0">
                <a:cs typeface="Times New Roman" panose="02020603050405020304" pitchFamily="18" charset="0"/>
              </a:rPr>
              <a:t>AIIT, AUP</a:t>
            </a:r>
          </a:p>
        </p:txBody>
      </p:sp>
    </p:spTree>
    <p:extLst>
      <p:ext uri="{BB962C8B-B14F-4D97-AF65-F5344CB8AC3E}">
        <p14:creationId xmlns:p14="http://schemas.microsoft.com/office/powerpoint/2010/main" val="3246958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At the end of this session</a:t>
            </a:r>
          </a:p>
          <a:p>
            <a:pPr marL="0" indent="0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 Students will understand the need for constructors and types of</a:t>
            </a:r>
            <a:b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constructors </a:t>
            </a:r>
          </a:p>
          <a:p>
            <a:pPr marL="0" indent="0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2. Students will use this keyword 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6063438-465E-4293-BAD1-90E2082F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we need Constructors?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869174"/>
            <a:ext cx="8229600" cy="5029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is a special method that is used to initialize objects.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constructor is called when an object of a class is created.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time of calling constructor, memory for the object is allocated.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to set initial values for object attributes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0BF23-9CE9-41B9-A300-1E9928E11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15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for creating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1116419"/>
            <a:ext cx="8644270" cy="4104168"/>
          </a:xfrm>
        </p:spPr>
        <p:txBody>
          <a:bodyPr/>
          <a:lstStyle/>
          <a:p>
            <a:pPr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name must be same as its class name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must have no explicit return type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cannot be declared as final, static or abstract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6C267-4757-48B1-A6AF-F4191113A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043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Defining a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1116419"/>
            <a:ext cx="8644270" cy="410416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is a simple Java constructor declaration example. The example shows a very simple Java class with a single constructor.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75C602-5746-43B8-B868-8206C746E129}"/>
              </a:ext>
            </a:extLst>
          </p:cNvPr>
          <p:cNvSpPr/>
          <p:nvPr/>
        </p:nvSpPr>
        <p:spPr>
          <a:xfrm>
            <a:off x="4167963" y="2137144"/>
            <a:ext cx="2849525" cy="7442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r>
              <a:rPr lang="en-US" dirty="0"/>
              <a:t>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9C91F6-F724-4110-9265-E52A00484D67}"/>
              </a:ext>
            </a:extLst>
          </p:cNvPr>
          <p:cNvCxnSpPr/>
          <p:nvPr/>
        </p:nvCxnSpPr>
        <p:spPr>
          <a:xfrm flipH="1">
            <a:off x="1903228" y="2541181"/>
            <a:ext cx="2264735" cy="340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27124D-D028-4536-8C5B-6C859461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44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for a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38A89-D4D9-4432-9B76-B762FD23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520C0F-A79A-4164-A6AE-2AFE369C5AAE}"/>
              </a:ext>
            </a:extLst>
          </p:cNvPr>
          <p:cNvGrpSpPr/>
          <p:nvPr/>
        </p:nvGrpSpPr>
        <p:grpSpPr>
          <a:xfrm>
            <a:off x="2573079" y="1543262"/>
            <a:ext cx="3168502" cy="3388704"/>
            <a:chOff x="1828800" y="1385315"/>
            <a:chExt cx="3168502" cy="338870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9E76ADD-0930-4EB2-A486-1B2FD159A5FA}"/>
                </a:ext>
              </a:extLst>
            </p:cNvPr>
            <p:cNvSpPr/>
            <p:nvPr/>
          </p:nvSpPr>
          <p:spPr>
            <a:xfrm>
              <a:off x="1828800" y="1765005"/>
              <a:ext cx="3168502" cy="3009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735D82-9657-43DB-B707-557A2A4F0190}"/>
                </a:ext>
              </a:extLst>
            </p:cNvPr>
            <p:cNvSpPr/>
            <p:nvPr/>
          </p:nvSpPr>
          <p:spPr>
            <a:xfrm>
              <a:off x="2023730" y="2211569"/>
              <a:ext cx="2778642" cy="23196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Today</a:t>
              </a:r>
            </a:p>
            <a:p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x: int</a:t>
              </a:r>
            </a:p>
            <a:p>
              <a:pPr>
                <a:tabLst>
                  <a:tab pos="52388" algn="l"/>
                </a:tabLst>
              </a:pP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tabLst>
                  <a:tab pos="52388" algn="l"/>
                </a:tabLst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+Today()</a:t>
              </a:r>
            </a:p>
            <a:p>
              <a:pPr>
                <a:tabLst>
                  <a:tab pos="52388" algn="l"/>
                </a:tabLst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+main(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args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[]: String): void</a:t>
              </a:r>
            </a:p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48C161-1C7D-44A3-B33D-5D21B28A14D4}"/>
                </a:ext>
              </a:extLst>
            </p:cNvPr>
            <p:cNvSpPr/>
            <p:nvPr/>
          </p:nvSpPr>
          <p:spPr>
            <a:xfrm>
              <a:off x="1828800" y="1385315"/>
              <a:ext cx="1821711" cy="3951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D071E6-4656-4A4C-8F71-11B2F1946153}"/>
                </a:ext>
              </a:extLst>
            </p:cNvPr>
            <p:cNvCxnSpPr/>
            <p:nvPr/>
          </p:nvCxnSpPr>
          <p:spPr>
            <a:xfrm>
              <a:off x="2020186" y="2606746"/>
              <a:ext cx="27750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AE0CBE4-AFCA-4662-BFFC-BDA00660E921}"/>
                </a:ext>
              </a:extLst>
            </p:cNvPr>
            <p:cNvCxnSpPr/>
            <p:nvPr/>
          </p:nvCxnSpPr>
          <p:spPr>
            <a:xfrm>
              <a:off x="2027274" y="3567221"/>
              <a:ext cx="27750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2261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to Create Constructors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Today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int x;            //class attribute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//Create a class constructor for the class Today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public Today()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x = 5;  // Set the initial value for the class attribute x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main(String[]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Today obj = new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Today();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Create an object of class Today (This will call the constructor)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obj.x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Print the value of x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F3672-DC1D-4EB8-B194-7751062BF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874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1116419"/>
            <a:ext cx="8644270" cy="410416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</a:t>
            </a: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No-argument Constructor</a:t>
            </a:r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Constructor</a:t>
            </a: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</a:t>
            </a:r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12B66-734A-4616-8F37-38C8AEED0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318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54786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814193-F92C-4080-BB39-ADD9070F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D95CF20-B4EF-45D5-B209-185A7482C253}"/>
              </a:ext>
            </a:extLst>
          </p:cNvPr>
          <p:cNvGrpSpPr/>
          <p:nvPr/>
        </p:nvGrpSpPr>
        <p:grpSpPr>
          <a:xfrm>
            <a:off x="903768" y="1598929"/>
            <a:ext cx="7102548" cy="3498112"/>
            <a:chOff x="961821" y="1477925"/>
            <a:chExt cx="7102548" cy="349811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1636CBC-AA64-4C66-84C3-A03FAB6C6DE3}"/>
                </a:ext>
              </a:extLst>
            </p:cNvPr>
            <p:cNvSpPr/>
            <p:nvPr/>
          </p:nvSpPr>
          <p:spPr>
            <a:xfrm>
              <a:off x="961821" y="1477925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1B97164-96E9-41AE-8868-B9F96A1C2F9B}"/>
                </a:ext>
              </a:extLst>
            </p:cNvPr>
            <p:cNvSpPr/>
            <p:nvPr/>
          </p:nvSpPr>
          <p:spPr>
            <a:xfrm>
              <a:off x="961821" y="1730073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21EB72-BFC1-40B3-B012-F679D9B66065}"/>
                </a:ext>
              </a:extLst>
            </p:cNvPr>
            <p:cNvSpPr/>
            <p:nvPr/>
          </p:nvSpPr>
          <p:spPr>
            <a:xfrm>
              <a:off x="1627826" y="1829674"/>
              <a:ext cx="1545132" cy="3837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37684D4-3F1D-47CC-9B4D-0BD761245B58}"/>
                </a:ext>
              </a:extLst>
            </p:cNvPr>
            <p:cNvSpPr/>
            <p:nvPr/>
          </p:nvSpPr>
          <p:spPr>
            <a:xfrm>
              <a:off x="1627826" y="2256294"/>
              <a:ext cx="1527372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F6C331A-A367-4645-8521-AAE2C1993EF4}"/>
                </a:ext>
              </a:extLst>
            </p:cNvPr>
            <p:cNvSpPr/>
            <p:nvPr/>
          </p:nvSpPr>
          <p:spPr>
            <a:xfrm>
              <a:off x="1627826" y="2782515"/>
              <a:ext cx="1527372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l: double</a:t>
              </a:r>
            </a:p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b: double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h: double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32D68AC-43B0-409A-8AC4-BA70A03BD8C3}"/>
                </a:ext>
              </a:extLst>
            </p:cNvPr>
            <p:cNvSpPr/>
            <p:nvPr/>
          </p:nvSpPr>
          <p:spPr>
            <a:xfrm>
              <a:off x="1627826" y="3736290"/>
              <a:ext cx="1527372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findVolume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(): void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864B48B-F9D9-4505-ACC2-5431500D66B5}"/>
                </a:ext>
              </a:extLst>
            </p:cNvPr>
            <p:cNvSpPr/>
            <p:nvPr/>
          </p:nvSpPr>
          <p:spPr>
            <a:xfrm>
              <a:off x="5133946" y="1489823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3045085-1B1B-47F6-BCCB-5305A34069D1}"/>
                </a:ext>
              </a:extLst>
            </p:cNvPr>
            <p:cNvSpPr/>
            <p:nvPr/>
          </p:nvSpPr>
          <p:spPr>
            <a:xfrm>
              <a:off x="5133946" y="1741971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6756F8E-837D-445A-A03A-E8CBD8610C11}"/>
                </a:ext>
              </a:extLst>
            </p:cNvPr>
            <p:cNvSpPr/>
            <p:nvPr/>
          </p:nvSpPr>
          <p:spPr>
            <a:xfrm>
              <a:off x="5829982" y="1816650"/>
              <a:ext cx="1545132" cy="4170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E984A9F-6037-4F0B-AC62-3125A4C29FD6}"/>
                </a:ext>
              </a:extLst>
            </p:cNvPr>
            <p:cNvSpPr/>
            <p:nvPr/>
          </p:nvSpPr>
          <p:spPr>
            <a:xfrm>
              <a:off x="5451822" y="2268192"/>
              <a:ext cx="2185400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uboidMain</a:t>
              </a:r>
              <a:endPara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DE5F1A8-E542-4F79-985E-44EC4E0BA2D5}"/>
                </a:ext>
              </a:extLst>
            </p:cNvPr>
            <p:cNvSpPr/>
            <p:nvPr/>
          </p:nvSpPr>
          <p:spPr>
            <a:xfrm>
              <a:off x="5451822" y="2794413"/>
              <a:ext cx="2195334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80F903D-40E6-42C9-9ECC-37A3D1C75E45}"/>
                </a:ext>
              </a:extLst>
            </p:cNvPr>
            <p:cNvSpPr/>
            <p:nvPr/>
          </p:nvSpPr>
          <p:spPr>
            <a:xfrm>
              <a:off x="5451822" y="3748188"/>
              <a:ext cx="2195334" cy="692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+main(</a:t>
              </a:r>
              <a:r>
                <a:rPr lang="en-US" sz="12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args</a:t>
              </a: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[]: String): void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3499045-3B9B-4C1B-9922-BBB8C4F2D03C}"/>
                </a:ext>
              </a:extLst>
            </p:cNvPr>
            <p:cNvCxnSpPr>
              <a:cxnSpLocks/>
            </p:cNvCxnSpPr>
            <p:nvPr/>
          </p:nvCxnSpPr>
          <p:spPr>
            <a:xfrm>
              <a:off x="3165302" y="3353055"/>
              <a:ext cx="2275887" cy="59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3618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69174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("Volume="+l*b*h);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CuboidMain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cuboid obj=new cuboid(); 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obj.findVolume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07607-E9BD-425C-9F9B-094828CE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2372E7-274A-42D5-ABE8-62ECFCB29C95}"/>
              </a:ext>
            </a:extLst>
          </p:cNvPr>
          <p:cNvSpPr/>
          <p:nvPr/>
        </p:nvSpPr>
        <p:spPr>
          <a:xfrm>
            <a:off x="5817781" y="3561905"/>
            <a:ext cx="2945219" cy="69040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cuboid constructor is implicitly called by the compiler</a:t>
            </a:r>
          </a:p>
          <a:p>
            <a:pPr algn="ctr"/>
            <a:endParaRPr lang="en-US" sz="16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ACDF55-A9CA-42EF-8B49-4DBE5EDD3481}"/>
              </a:ext>
            </a:extLst>
          </p:cNvPr>
          <p:cNvCxnSpPr>
            <a:cxnSpLocks/>
          </p:cNvCxnSpPr>
          <p:nvPr/>
        </p:nvCxnSpPr>
        <p:spPr>
          <a:xfrm flipH="1">
            <a:off x="4585063" y="4029740"/>
            <a:ext cx="1571188" cy="531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325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No-argument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           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20555121-622B-4806-AAF6-5E12D737A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ADFE494-ACFB-4009-8EB9-F35F9C39FEA6}"/>
              </a:ext>
            </a:extLst>
          </p:cNvPr>
          <p:cNvGrpSpPr/>
          <p:nvPr/>
        </p:nvGrpSpPr>
        <p:grpSpPr>
          <a:xfrm>
            <a:off x="919291" y="1598929"/>
            <a:ext cx="7102548" cy="3498112"/>
            <a:chOff x="961821" y="1477925"/>
            <a:chExt cx="7102548" cy="349811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C18BC6B-6B30-488A-A186-BC46E06F9419}"/>
                </a:ext>
              </a:extLst>
            </p:cNvPr>
            <p:cNvSpPr/>
            <p:nvPr/>
          </p:nvSpPr>
          <p:spPr>
            <a:xfrm>
              <a:off x="961821" y="1477925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52EA7E6-565E-49CD-9BA7-B3C623F12C46}"/>
                </a:ext>
              </a:extLst>
            </p:cNvPr>
            <p:cNvSpPr/>
            <p:nvPr/>
          </p:nvSpPr>
          <p:spPr>
            <a:xfrm>
              <a:off x="961821" y="1730073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DD2E671-091A-48CF-863A-EB714CF99A01}"/>
                </a:ext>
              </a:extLst>
            </p:cNvPr>
            <p:cNvSpPr/>
            <p:nvPr/>
          </p:nvSpPr>
          <p:spPr>
            <a:xfrm>
              <a:off x="1627826" y="1829674"/>
              <a:ext cx="1545132" cy="3837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6B68DC4-EA97-4A60-9E26-E330537D0AEB}"/>
                </a:ext>
              </a:extLst>
            </p:cNvPr>
            <p:cNvSpPr/>
            <p:nvPr/>
          </p:nvSpPr>
          <p:spPr>
            <a:xfrm>
              <a:off x="1627826" y="2256294"/>
              <a:ext cx="1527372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013DC26-3425-4A9D-88B7-F517BD385B00}"/>
                </a:ext>
              </a:extLst>
            </p:cNvPr>
            <p:cNvSpPr/>
            <p:nvPr/>
          </p:nvSpPr>
          <p:spPr>
            <a:xfrm>
              <a:off x="1627826" y="2782515"/>
              <a:ext cx="1527372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l: double</a:t>
              </a:r>
            </a:p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b: double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h: double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FD51FE2-BDE6-4D4E-8212-36C690A35A95}"/>
                </a:ext>
              </a:extLst>
            </p:cNvPr>
            <p:cNvSpPr/>
            <p:nvPr/>
          </p:nvSpPr>
          <p:spPr>
            <a:xfrm>
              <a:off x="1627826" y="3736290"/>
              <a:ext cx="1527372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findVolume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(): void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4F24BAB-8D77-4C08-8DF5-55F3761E5789}"/>
                </a:ext>
              </a:extLst>
            </p:cNvPr>
            <p:cNvSpPr/>
            <p:nvPr/>
          </p:nvSpPr>
          <p:spPr>
            <a:xfrm>
              <a:off x="5133946" y="1489823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1ED8A30-E84E-4F20-869D-9B283A56D4FC}"/>
                </a:ext>
              </a:extLst>
            </p:cNvPr>
            <p:cNvSpPr/>
            <p:nvPr/>
          </p:nvSpPr>
          <p:spPr>
            <a:xfrm>
              <a:off x="5133946" y="1741971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109C0E6-14E4-489D-B0D9-F9A836F74CAB}"/>
                </a:ext>
              </a:extLst>
            </p:cNvPr>
            <p:cNvSpPr/>
            <p:nvPr/>
          </p:nvSpPr>
          <p:spPr>
            <a:xfrm>
              <a:off x="5829982" y="1816650"/>
              <a:ext cx="1545132" cy="4170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1D72234-5A97-4AB4-954D-61F19CE46394}"/>
                </a:ext>
              </a:extLst>
            </p:cNvPr>
            <p:cNvSpPr/>
            <p:nvPr/>
          </p:nvSpPr>
          <p:spPr>
            <a:xfrm>
              <a:off x="5451822" y="2268192"/>
              <a:ext cx="2185400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uboidMain</a:t>
              </a:r>
              <a:endPara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3498CA-661D-475B-A155-45FA5F97C40B}"/>
                </a:ext>
              </a:extLst>
            </p:cNvPr>
            <p:cNvSpPr/>
            <p:nvPr/>
          </p:nvSpPr>
          <p:spPr>
            <a:xfrm>
              <a:off x="5451822" y="2794413"/>
              <a:ext cx="2195334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0834721-9AA4-42A6-A26B-2899540E9939}"/>
                </a:ext>
              </a:extLst>
            </p:cNvPr>
            <p:cNvSpPr/>
            <p:nvPr/>
          </p:nvSpPr>
          <p:spPr>
            <a:xfrm>
              <a:off x="5451822" y="3748188"/>
              <a:ext cx="2195334" cy="692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+main(</a:t>
              </a:r>
              <a:r>
                <a:rPr lang="en-US" sz="12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args</a:t>
              </a: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[]: String): void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888011B-0E70-4610-AD51-139345AF7BB7}"/>
                </a:ext>
              </a:extLst>
            </p:cNvPr>
            <p:cNvCxnSpPr>
              <a:cxnSpLocks/>
            </p:cNvCxnSpPr>
            <p:nvPr/>
          </p:nvCxnSpPr>
          <p:spPr>
            <a:xfrm>
              <a:off x="3165302" y="3353055"/>
              <a:ext cx="2275887" cy="59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715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No-argument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69174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cuboid(){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l=13.0;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b=21.0;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h=31.1;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("Volume="+l*b*h);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CuboidMain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cuboid obj=new cuboid(); 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obj.findVolume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07607-E9BD-425C-9F9B-094828CE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2372E7-274A-42D5-ABE8-62ECFCB29C95}"/>
              </a:ext>
            </a:extLst>
          </p:cNvPr>
          <p:cNvSpPr/>
          <p:nvPr/>
        </p:nvSpPr>
        <p:spPr>
          <a:xfrm>
            <a:off x="5834109" y="4609939"/>
            <a:ext cx="2945219" cy="69040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cuboid constructor is Explicitly called by the user</a:t>
            </a:r>
          </a:p>
          <a:p>
            <a:pPr algn="ctr"/>
            <a:endParaRPr lang="en-US" sz="16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ACDF55-A9CA-42EF-8B49-4DBE5EDD3481}"/>
              </a:ext>
            </a:extLst>
          </p:cNvPr>
          <p:cNvCxnSpPr>
            <a:cxnSpLocks/>
          </p:cNvCxnSpPr>
          <p:nvPr/>
        </p:nvCxnSpPr>
        <p:spPr>
          <a:xfrm flipH="1">
            <a:off x="4374311" y="5032601"/>
            <a:ext cx="1571188" cy="531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67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Parametrized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           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DEBA1B5-DA92-4B3C-BA30-F68B61B4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3F0B265-D16D-4488-B6AD-C3C163923E27}"/>
              </a:ext>
            </a:extLst>
          </p:cNvPr>
          <p:cNvGrpSpPr/>
          <p:nvPr/>
        </p:nvGrpSpPr>
        <p:grpSpPr>
          <a:xfrm>
            <a:off x="919291" y="1598929"/>
            <a:ext cx="7102548" cy="3498112"/>
            <a:chOff x="961821" y="1477925"/>
            <a:chExt cx="7102548" cy="349811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F3AFA94-3BDE-44DF-8506-EEB2E7E2EE3C}"/>
                </a:ext>
              </a:extLst>
            </p:cNvPr>
            <p:cNvSpPr/>
            <p:nvPr/>
          </p:nvSpPr>
          <p:spPr>
            <a:xfrm>
              <a:off x="961821" y="1477925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C1A3B76-74FC-440C-BC29-CBFF55338489}"/>
                </a:ext>
              </a:extLst>
            </p:cNvPr>
            <p:cNvSpPr/>
            <p:nvPr/>
          </p:nvSpPr>
          <p:spPr>
            <a:xfrm>
              <a:off x="961821" y="1730073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9F2D187-7E9C-4F3D-A7C0-F75CB2B89AD9}"/>
                </a:ext>
              </a:extLst>
            </p:cNvPr>
            <p:cNvSpPr/>
            <p:nvPr/>
          </p:nvSpPr>
          <p:spPr>
            <a:xfrm>
              <a:off x="1627826" y="1829674"/>
              <a:ext cx="1545132" cy="3837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F868B4F-2C1A-468A-802F-A5CDCC7257FC}"/>
                </a:ext>
              </a:extLst>
            </p:cNvPr>
            <p:cNvSpPr/>
            <p:nvPr/>
          </p:nvSpPr>
          <p:spPr>
            <a:xfrm>
              <a:off x="1164691" y="2256294"/>
              <a:ext cx="2535439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C3CDCAD-C50D-4D4F-8297-726C3E069233}"/>
                </a:ext>
              </a:extLst>
            </p:cNvPr>
            <p:cNvSpPr/>
            <p:nvPr/>
          </p:nvSpPr>
          <p:spPr>
            <a:xfrm>
              <a:off x="1164691" y="2782515"/>
              <a:ext cx="2535439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l: double</a:t>
              </a:r>
            </a:p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b: double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h: double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AF4625D-15C3-41FA-B121-00074E1A1B91}"/>
                </a:ext>
              </a:extLst>
            </p:cNvPr>
            <p:cNvSpPr/>
            <p:nvPr/>
          </p:nvSpPr>
          <p:spPr>
            <a:xfrm>
              <a:off x="1164691" y="3736290"/>
              <a:ext cx="2535439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findVolume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14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x:double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, y:double,z:double): void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4C50B1A-F8CD-40D5-899F-7B465089DF09}"/>
                </a:ext>
              </a:extLst>
            </p:cNvPr>
            <p:cNvSpPr/>
            <p:nvPr/>
          </p:nvSpPr>
          <p:spPr>
            <a:xfrm>
              <a:off x="5133946" y="1489823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AA0228C-C77E-4C2A-8731-BDA3674598DD}"/>
                </a:ext>
              </a:extLst>
            </p:cNvPr>
            <p:cNvSpPr/>
            <p:nvPr/>
          </p:nvSpPr>
          <p:spPr>
            <a:xfrm>
              <a:off x="5133946" y="1741971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F8417A1-4315-4909-B4EC-355C07FE4741}"/>
                </a:ext>
              </a:extLst>
            </p:cNvPr>
            <p:cNvSpPr/>
            <p:nvPr/>
          </p:nvSpPr>
          <p:spPr>
            <a:xfrm>
              <a:off x="5829982" y="1816650"/>
              <a:ext cx="1545132" cy="4170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09783D7-C0CE-4A03-8FD7-7FEC3DEA5EC5}"/>
                </a:ext>
              </a:extLst>
            </p:cNvPr>
            <p:cNvSpPr/>
            <p:nvPr/>
          </p:nvSpPr>
          <p:spPr>
            <a:xfrm>
              <a:off x="5451822" y="2268192"/>
              <a:ext cx="2185400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uboidMain</a:t>
              </a:r>
              <a:endPara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2CC3FD8-2ABA-44ED-A6A6-BD7FDE063F97}"/>
                </a:ext>
              </a:extLst>
            </p:cNvPr>
            <p:cNvSpPr/>
            <p:nvPr/>
          </p:nvSpPr>
          <p:spPr>
            <a:xfrm>
              <a:off x="5451822" y="2794413"/>
              <a:ext cx="2195334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5BD9AF-546A-42BF-8265-3097DAD5E5FB}"/>
                </a:ext>
              </a:extLst>
            </p:cNvPr>
            <p:cNvSpPr/>
            <p:nvPr/>
          </p:nvSpPr>
          <p:spPr>
            <a:xfrm>
              <a:off x="5451822" y="3748188"/>
              <a:ext cx="2195334" cy="692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+main(</a:t>
              </a:r>
              <a:r>
                <a:rPr lang="en-US" sz="12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args</a:t>
              </a: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[]: String): void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1DA224B-99E0-469A-A52E-831FCB07A32F}"/>
                </a:ext>
              </a:extLst>
            </p:cNvPr>
            <p:cNvCxnSpPr>
              <a:cxnSpLocks/>
            </p:cNvCxnSpPr>
            <p:nvPr/>
          </p:nvCxnSpPr>
          <p:spPr>
            <a:xfrm>
              <a:off x="3700130" y="3359004"/>
              <a:ext cx="174105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721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Parametrized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cuboid(double x, double y, double z){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l=x;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b=y;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h=z;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System.out.println("Volume="+l*b*h);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cuboidMain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cuboid obj=new cuboid(12.5,20.2,30.5);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                         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DE9B2-FF53-4B16-B850-29C321C0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687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Parametrized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cuboid(double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double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double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l=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b=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h=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System.out.println("Volume="+l*b*h);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cuboidMain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cuboid obj=new cuboid(12.5,20.2,30.5);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                         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DE9B2-FF53-4B16-B850-29C321C0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22013DC-2510-4475-B6AB-3F23295D77D9}"/>
              </a:ext>
            </a:extLst>
          </p:cNvPr>
          <p:cNvSpPr/>
          <p:nvPr/>
        </p:nvSpPr>
        <p:spPr>
          <a:xfrm>
            <a:off x="2764466" y="2222205"/>
            <a:ext cx="319018" cy="732686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4EDBDE-8C30-438F-AEAF-6885DB58E1B0}"/>
              </a:ext>
            </a:extLst>
          </p:cNvPr>
          <p:cNvCxnSpPr>
            <a:cxnSpLocks/>
          </p:cNvCxnSpPr>
          <p:nvPr/>
        </p:nvCxnSpPr>
        <p:spPr>
          <a:xfrm flipV="1">
            <a:off x="3083484" y="1815672"/>
            <a:ext cx="2310768" cy="772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94563C3-5C2D-424A-8562-AC4B5EA6D3BF}"/>
              </a:ext>
            </a:extLst>
          </p:cNvPr>
          <p:cNvSpPr/>
          <p:nvPr/>
        </p:nvSpPr>
        <p:spPr>
          <a:xfrm>
            <a:off x="5394252" y="1385473"/>
            <a:ext cx="2658140" cy="8612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 (formal arguments) and instance variables are same.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6284B4F-11C5-4A38-922B-D373562B6515}"/>
              </a:ext>
            </a:extLst>
          </p:cNvPr>
          <p:cNvSpPr/>
          <p:nvPr/>
        </p:nvSpPr>
        <p:spPr>
          <a:xfrm rot="16200000">
            <a:off x="2797597" y="1335974"/>
            <a:ext cx="170119" cy="7892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67300F6-B5E8-4DAB-8DE0-21FB7119BE9A}"/>
              </a:ext>
            </a:extLst>
          </p:cNvPr>
          <p:cNvSpPr/>
          <p:nvPr/>
        </p:nvSpPr>
        <p:spPr>
          <a:xfrm rot="16200000">
            <a:off x="3611524" y="1333474"/>
            <a:ext cx="170119" cy="7892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1F40DF-503F-4901-959D-319B2621C64D}"/>
              </a:ext>
            </a:extLst>
          </p:cNvPr>
          <p:cNvCxnSpPr>
            <a:cxnSpLocks/>
          </p:cNvCxnSpPr>
          <p:nvPr/>
        </p:nvCxnSpPr>
        <p:spPr>
          <a:xfrm flipV="1">
            <a:off x="3696583" y="1499191"/>
            <a:ext cx="1697669" cy="14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9AA4B8-FF3B-49DD-865E-66DBFE662353}"/>
              </a:ext>
            </a:extLst>
          </p:cNvPr>
          <p:cNvCxnSpPr>
            <a:cxnSpLocks/>
            <a:stCxn id="9" idx="1"/>
          </p:cNvCxnSpPr>
          <p:nvPr/>
        </p:nvCxnSpPr>
        <p:spPr>
          <a:xfrm flipV="1">
            <a:off x="2882657" y="1494921"/>
            <a:ext cx="2511595" cy="150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833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60054-8104-4036-B2A2-BBFF56518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85EC1-8647-4291-A105-6B1771626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keyword can be used to refer current class instance variable.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there is ambiguity between the instance variables and parameters, this keyword resolves the problem of ambiguity.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9268B-EAE4-4D27-A875-748D7AFE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508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265766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Parametrized Constructor using this keyword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cuboid(double l, double b, double h){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=l;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=h;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System.out.println("Volume="+l*b*h);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cuboidMain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cuboid obj=new cuboid(12.5,20.2,30.5);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                         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DE9B2-FF53-4B16-B850-29C321C0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228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60054-8104-4036-B2A2-BBFF56518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85EC1-8647-4291-A105-6B1771626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copy constructor in a class is a constructor that creates an object using another object of the same class.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EB1AA-E332-4EF2-9D03-3303E5E8E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27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           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ACD621CF-E5BD-4B39-A5DC-54A4CDBC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B206FBD-5CCB-4E49-95D0-BE31DE955576}"/>
              </a:ext>
            </a:extLst>
          </p:cNvPr>
          <p:cNvGrpSpPr/>
          <p:nvPr/>
        </p:nvGrpSpPr>
        <p:grpSpPr>
          <a:xfrm>
            <a:off x="1020726" y="1492604"/>
            <a:ext cx="7102548" cy="3498112"/>
            <a:chOff x="961821" y="1477925"/>
            <a:chExt cx="7102548" cy="349811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6B54AE7-CCA1-4ABA-A91C-B54755237D52}"/>
                </a:ext>
              </a:extLst>
            </p:cNvPr>
            <p:cNvSpPr/>
            <p:nvPr/>
          </p:nvSpPr>
          <p:spPr>
            <a:xfrm>
              <a:off x="961821" y="1477925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F5E8E1B-7265-4112-AB71-48A6CF2980DA}"/>
                </a:ext>
              </a:extLst>
            </p:cNvPr>
            <p:cNvSpPr/>
            <p:nvPr/>
          </p:nvSpPr>
          <p:spPr>
            <a:xfrm>
              <a:off x="961821" y="1730073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620F108-D134-4CF7-873C-BBBB5A4C2933}"/>
                </a:ext>
              </a:extLst>
            </p:cNvPr>
            <p:cNvSpPr/>
            <p:nvPr/>
          </p:nvSpPr>
          <p:spPr>
            <a:xfrm>
              <a:off x="1627826" y="1829674"/>
              <a:ext cx="1545132" cy="3837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B15E8D9-8211-4310-8E42-44FB3764E6D9}"/>
                </a:ext>
              </a:extLst>
            </p:cNvPr>
            <p:cNvSpPr/>
            <p:nvPr/>
          </p:nvSpPr>
          <p:spPr>
            <a:xfrm>
              <a:off x="1164691" y="2256294"/>
              <a:ext cx="2535439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Copycuboid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7F0BE37-3DCE-4D89-868C-1813736D1607}"/>
                </a:ext>
              </a:extLst>
            </p:cNvPr>
            <p:cNvSpPr/>
            <p:nvPr/>
          </p:nvSpPr>
          <p:spPr>
            <a:xfrm>
              <a:off x="1164691" y="2782515"/>
              <a:ext cx="2535439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l: double</a:t>
              </a:r>
            </a:p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b: double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h: double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F4D0B7-816E-413E-A72C-04FFC3F7D989}"/>
                </a:ext>
              </a:extLst>
            </p:cNvPr>
            <p:cNvSpPr/>
            <p:nvPr/>
          </p:nvSpPr>
          <p:spPr>
            <a:xfrm>
              <a:off x="1164691" y="3736290"/>
              <a:ext cx="2535439" cy="8968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findVolume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14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x:double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, y:double,z:double): void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Copycuboid</a:t>
              </a:r>
              <a:r>
                <a:rPr lang="en-US" sz="1400" dirty="0"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c:Copycuboid</a:t>
              </a:r>
              <a:r>
                <a:rPr lang="en-US" sz="1400" dirty="0"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8859629-14D4-4D6D-9BF0-810F9B857B99}"/>
                </a:ext>
              </a:extLst>
            </p:cNvPr>
            <p:cNvSpPr/>
            <p:nvPr/>
          </p:nvSpPr>
          <p:spPr>
            <a:xfrm>
              <a:off x="5133946" y="1489823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7232041-9D46-44BD-A839-C7F82BE8CC70}"/>
                </a:ext>
              </a:extLst>
            </p:cNvPr>
            <p:cNvSpPr/>
            <p:nvPr/>
          </p:nvSpPr>
          <p:spPr>
            <a:xfrm>
              <a:off x="5133946" y="1741971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0A3ED6-0832-457D-9318-75BE1E30CF79}"/>
                </a:ext>
              </a:extLst>
            </p:cNvPr>
            <p:cNvSpPr/>
            <p:nvPr/>
          </p:nvSpPr>
          <p:spPr>
            <a:xfrm>
              <a:off x="5829982" y="1816650"/>
              <a:ext cx="1545132" cy="4170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31E5F86-5063-4A3B-9E76-F122FD99DE3D}"/>
                </a:ext>
              </a:extLst>
            </p:cNvPr>
            <p:cNvSpPr/>
            <p:nvPr/>
          </p:nvSpPr>
          <p:spPr>
            <a:xfrm>
              <a:off x="5451822" y="2268192"/>
              <a:ext cx="2185400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CopucuboidMain</a:t>
              </a:r>
              <a:endPara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5A308DF-38B4-4010-8523-DB95B6C8304A}"/>
                </a:ext>
              </a:extLst>
            </p:cNvPr>
            <p:cNvSpPr/>
            <p:nvPr/>
          </p:nvSpPr>
          <p:spPr>
            <a:xfrm>
              <a:off x="5451822" y="2794413"/>
              <a:ext cx="2195334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9E614D-909B-42ED-AC41-D6EDB343EBD5}"/>
                </a:ext>
              </a:extLst>
            </p:cNvPr>
            <p:cNvSpPr/>
            <p:nvPr/>
          </p:nvSpPr>
          <p:spPr>
            <a:xfrm>
              <a:off x="5451822" y="3748188"/>
              <a:ext cx="2195334" cy="692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+main(</a:t>
              </a:r>
              <a:r>
                <a:rPr lang="en-US" sz="12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args</a:t>
              </a: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[]: String): void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8918756-F3D4-49B6-87A6-39CA8EA59B2E}"/>
                </a:ext>
              </a:extLst>
            </p:cNvPr>
            <p:cNvCxnSpPr>
              <a:cxnSpLocks/>
            </p:cNvCxnSpPr>
            <p:nvPr/>
          </p:nvCxnSpPr>
          <p:spPr>
            <a:xfrm>
              <a:off x="3700130" y="3359004"/>
              <a:ext cx="174105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2884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11706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(double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l,double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b,double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h){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=l;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=h;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c){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System.out.println("Volume="+l*b*h);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                         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62895-FE28-41ED-A0EB-6549545A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54B138-8E06-43FA-BEC0-E1E46413E32B}"/>
              </a:ext>
            </a:extLst>
          </p:cNvPr>
          <p:cNvSpPr/>
          <p:nvPr/>
        </p:nvSpPr>
        <p:spPr>
          <a:xfrm>
            <a:off x="4688958" y="1079913"/>
            <a:ext cx="4152773" cy="39446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Bef>
                <a:spcPct val="20000"/>
              </a:spcBef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CopycuboidMain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main(String[]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algn="just">
              <a:spcBef>
                <a:spcPct val="20000"/>
              </a:spcBef>
            </a:pP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obj1=new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(12.5,20.2,30.5);</a:t>
            </a:r>
          </a:p>
          <a:p>
            <a:pPr algn="just">
              <a:spcBef>
                <a:spcPct val="20000"/>
              </a:spcBef>
            </a:pP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obj2=new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(obj1);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obj2=obj1;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obj1.findVolume();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obj2.findVolume();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6142796"/>
      </p:ext>
    </p:extLst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4840</TotalTime>
  <Words>1458</Words>
  <Application>Microsoft Macintosh PowerPoint</Application>
  <PresentationFormat>On-screen Show (4:3)</PresentationFormat>
  <Paragraphs>280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klu</vt:lpstr>
      <vt:lpstr>                      </vt:lpstr>
      <vt:lpstr>Outcomes</vt:lpstr>
      <vt:lpstr>Why we need Constructors?</vt:lpstr>
      <vt:lpstr>Rules for creating Constructors</vt:lpstr>
      <vt:lpstr>Defining a Constructors</vt:lpstr>
      <vt:lpstr>Example for a Constructor</vt:lpstr>
      <vt:lpstr>Example to Create Constructors </vt:lpstr>
      <vt:lpstr>Types of Constructors</vt:lpstr>
      <vt:lpstr>Default Constructor </vt:lpstr>
      <vt:lpstr>Default Constructor </vt:lpstr>
      <vt:lpstr>No-argument Constructor </vt:lpstr>
      <vt:lpstr>No-argument Constructor </vt:lpstr>
      <vt:lpstr>Parametrized Constructor </vt:lpstr>
      <vt:lpstr>Parametrized Constructor </vt:lpstr>
      <vt:lpstr>Parametrized Constructor </vt:lpstr>
      <vt:lpstr>this Keyword</vt:lpstr>
      <vt:lpstr>Parametrized Constructor using this keyword </vt:lpstr>
      <vt:lpstr>Copy Constructor</vt:lpstr>
      <vt:lpstr>Copy Constructor </vt:lpstr>
      <vt:lpstr>Copy Constructor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 &amp; 7</dc:title>
  <dc:creator>NAVEEN KUMAR</dc:creator>
  <cp:lastModifiedBy>NAVEEN KUMAR</cp:lastModifiedBy>
  <cp:revision>253</cp:revision>
  <dcterms:created xsi:type="dcterms:W3CDTF">2020-06-29T11:12:25Z</dcterms:created>
  <dcterms:modified xsi:type="dcterms:W3CDTF">2024-09-12T09:43:07Z</dcterms:modified>
</cp:coreProperties>
</file>