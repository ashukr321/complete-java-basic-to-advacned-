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89" r:id="rId2"/>
    <p:sldId id="317" r:id="rId3"/>
    <p:sldId id="276" r:id="rId4"/>
    <p:sldId id="320" r:id="rId5"/>
    <p:sldId id="321" r:id="rId6"/>
    <p:sldId id="322" r:id="rId7"/>
    <p:sldId id="309" r:id="rId8"/>
    <p:sldId id="306" r:id="rId9"/>
    <p:sldId id="315" r:id="rId10"/>
    <p:sldId id="349" r:id="rId11"/>
    <p:sldId id="348" r:id="rId12"/>
    <p:sldId id="345" r:id="rId13"/>
    <p:sldId id="346" r:id="rId14"/>
    <p:sldId id="347" r:id="rId15"/>
    <p:sldId id="338" r:id="rId16"/>
    <p:sldId id="341" r:id="rId17"/>
    <p:sldId id="342" r:id="rId18"/>
    <p:sldId id="350" r:id="rId19"/>
    <p:sldId id="277" r:id="rId20"/>
    <p:sldId id="279" r:id="rId21"/>
    <p:sldId id="278" r:id="rId22"/>
    <p:sldId id="280" r:id="rId23"/>
    <p:sldId id="281" r:id="rId24"/>
    <p:sldId id="351" r:id="rId25"/>
    <p:sldId id="355" r:id="rId26"/>
    <p:sldId id="352" r:id="rId27"/>
    <p:sldId id="353" r:id="rId28"/>
    <p:sldId id="354" r:id="rId29"/>
    <p:sldId id="356" r:id="rId30"/>
    <p:sldId id="357" r:id="rId31"/>
    <p:sldId id="358" r:id="rId32"/>
    <p:sldId id="359" r:id="rId33"/>
    <p:sldId id="360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7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9/9/24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2737380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3555057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2205869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53E75BA4-4EDF-7346-B14E-69AE44221E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41DC51B7-6241-6A4E-87FF-728EFBE17A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C04334F7-4737-6040-977D-ABD0B34EB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297334-ED08-CB4D-B780-A1D94D9F6251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3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D4D69065-254B-564E-8900-9DDCB44FFF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9761CDD6-B899-FA40-99B3-C3770592C0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F8478EC5-B243-1340-8AD8-9600CD538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E63136-9388-5441-BA0D-F313997C18D6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132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C19773A2-76AF-E041-B827-E54633EBE8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910C9865-83C8-5142-802B-70C434AF29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A1EA357B-B487-4646-BA33-EE8F7DAC1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EA1BD86-9EE7-5343-B89B-3486E75B30AD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729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0BC6615F-0ED1-A94C-A63C-5631D9C87B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0705A179-E038-0046-B2BA-6ABF964949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9675B420-121E-8D49-80D0-E96685B20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D66EF9-66AB-2148-8AF8-716CFF08E5CF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085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BC41BFB1-FE39-484A-BC5B-83E8E32543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5B4E4D07-1082-5E4B-88CD-8FAC969443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D30A7B03-8EA6-2E48-9DF3-07776C655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0118F7-DCC5-154A-B5C2-1C731E7D4A09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87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233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602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019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443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357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750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010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319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748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031BE0E4-8D6E-A446-96C7-16E90CE21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CA10F1A-CC7F-814C-88B2-46F0FB159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2D8EC215-4144-7F40-9E83-6E85465DE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1894E5-6422-0940-8E53-0A514DE73E15}" type="slidenum">
              <a:rPr lang="en-US" altLang="en-US"/>
              <a:pPr eaLnBrk="1" hangingPunct="1"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412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21F4E-C2F4-E04D-B88D-A13C0E3C7164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8625A-FF27-244C-B21C-53FA2D261F29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8D162-9780-7B41-8EEC-0E98F73AB827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BB10F-4F2D-6747-9A6B-01AC755D10A7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EF65B-2684-5E4A-9774-B764B76E36C7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DB460-0088-0040-860A-73F90CF5E941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38317-F6DE-784E-8B3D-3E6D7CB30458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AE8C8-D2F5-654B-B4A7-6F7108AD4AC8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20824-A0C2-6643-974D-C62FD38999BE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27E90-728F-6543-B35F-851710B795D4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FD191-E6FA-E64C-A32A-FF5B96E91440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FA0284A-9DEC-1247-9009-20C8B8505548}" type="datetime2">
              <a:rPr lang="en-IN" smtClean="0"/>
              <a:t>Monday, 9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675" y="920932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15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 Buffer &amp; String Tokenizer &amp; Calendar class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CE9F50B-5308-6E4B-BC66-C7279D8B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Students will be able to </a:t>
            </a:r>
            <a:r>
              <a:rPr lang="en-IN" sz="2800" spc="-5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understand difference</a:t>
            </a:r>
            <a:br>
              <a:rPr lang="en-IN" sz="2800" spc="-5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800" spc="-5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</a:t>
            </a: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between String and </a:t>
            </a:r>
            <a:r>
              <a:rPr lang="en-IN" sz="2800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Usage of </a:t>
            </a:r>
            <a:r>
              <a:rPr lang="en-IN" sz="2800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StringTokenizer</a:t>
            </a: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class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Usage Calendar class</a:t>
            </a:r>
          </a:p>
          <a:p>
            <a:endParaRPr lang="en-IN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1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153" y="1353849"/>
            <a:ext cx="7421824" cy="3885159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 vs </a:t>
            </a: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Mutable vs Immutable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 Constant Pool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Constructor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Methods of </a:t>
            </a: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Examples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StringTokenizer</a:t>
            </a: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StringTokenizer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Constructor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Methods of </a:t>
            </a:r>
            <a:r>
              <a:rPr lang="en-US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StringTokenizer</a:t>
            </a: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Examples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Calendar 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Calendar Instance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Methods of Calendar</a:t>
            </a:r>
          </a:p>
          <a:p>
            <a:pPr marL="400050" marR="196850" lvl="1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Examples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endParaRPr lang="en-US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61397-1768-894D-A968-93198619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471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Once a String object is created it cannot be changed. Strings are Immutable. 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endParaRPr lang="en-IN" sz="2800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get changeable strings we use the class called </a:t>
            </a:r>
            <a:r>
              <a:rPr lang="en-IN" sz="2800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endParaRPr lang="en-IN" sz="2800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 and </a:t>
            </a:r>
            <a:r>
              <a:rPr lang="en-IN" sz="2800" spc="-5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StringBuffer</a:t>
            </a: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classes are declared as final class, so there cannot be subclasses of these classes. 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endParaRPr lang="en-IN" sz="2800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default constructor creates an empty string. </a:t>
            </a:r>
          </a:p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String s = new String();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0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4FC9-32D6-F140-A643-E282FA20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Heap &amp; String Constant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6D987-0098-6B45-819D-63790087B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Font typeface="Wingdings" pitchFamily="2" charset="2"/>
              <a:buChar char="Ø"/>
              <a:tabLst>
                <a:tab pos="217170" algn="l"/>
              </a:tabLst>
            </a:pPr>
            <a:r>
              <a:rPr lang="en-IN" sz="2800" spc="-5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String str1 = "Hello";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                                          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str1 = "Hello";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String str2 = "Hello";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BB3D014-0EBB-A241-A6D6-FDA93576C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68321"/>
            <a:ext cx="4572000" cy="253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9985EAB-F56B-2C42-AE2A-5A622391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8" y="3682568"/>
            <a:ext cx="4888524" cy="270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A070344-4268-0640-A6BF-17D11ED1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359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String class but it is mutable (changeable).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Constructors:</a:t>
            </a:r>
          </a:p>
          <a:p>
            <a:pPr marL="40005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empty content and 16 reserved characters by default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 sb = new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();</a:t>
            </a:r>
          </a:p>
          <a:p>
            <a:pPr marL="40005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passed argument as the size of the empty buffer.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 sb = new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(20);</a:t>
            </a:r>
          </a:p>
          <a:p>
            <a:pPr marL="40005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passed String as the initial content of the buffer. 16 contingent memory characters are pre-allocated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 sb = new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("Hello World!");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45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770" y="480647"/>
            <a:ext cx="7719645" cy="63304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Mutable</a:t>
            </a:r>
            <a:r>
              <a:rPr lang="en-US" dirty="0"/>
              <a:t> </a:t>
            </a: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vs Immutable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BFB700-B0EA-354D-8AE6-9E7C9A90136A}"/>
              </a:ext>
            </a:extLst>
          </p:cNvPr>
          <p:cNvSpPr txBox="1">
            <a:spLocks/>
          </p:cNvSpPr>
          <p:nvPr/>
        </p:nvSpPr>
        <p:spPr bwMode="auto">
          <a:xfrm>
            <a:off x="457200" y="1348153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sb = new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klu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”);</a:t>
            </a:r>
          </a:p>
          <a:p>
            <a:pPr algn="l"/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sb = “kl University”; //error</a:t>
            </a:r>
          </a:p>
          <a:p>
            <a:pPr algn="l"/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sb.append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(“kl University”); //ok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2E9C49-2B3F-EF4B-A890-B3B5C0D7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25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770" y="480647"/>
            <a:ext cx="7895492" cy="633045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Difference between String and </a:t>
            </a:r>
            <a:r>
              <a:rPr lang="en-IN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BFB700-B0EA-354D-8AE6-9E7C9A90136A}"/>
              </a:ext>
            </a:extLst>
          </p:cNvPr>
          <p:cNvSpPr txBox="1">
            <a:spLocks/>
          </p:cNvSpPr>
          <p:nvPr/>
        </p:nvSpPr>
        <p:spPr bwMode="auto">
          <a:xfrm>
            <a:off x="457200" y="1348153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THIS IS TEXT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63AFCF-457A-924D-B5C1-AAA7D0054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078407"/>
              </p:ext>
            </p:extLst>
          </p:nvPr>
        </p:nvGraphicFramePr>
        <p:xfrm>
          <a:off x="457200" y="1418796"/>
          <a:ext cx="8229600" cy="4704235"/>
        </p:xfrm>
        <a:graphic>
          <a:graphicData uri="http://schemas.openxmlformats.org/drawingml/2006/table">
            <a:tbl>
              <a:tblPr/>
              <a:tblGrid>
                <a:gridCol w="586154">
                  <a:extLst>
                    <a:ext uri="{9D8B030D-6E8A-4147-A177-3AD203B41FA5}">
                      <a16:colId xmlns:a16="http://schemas.microsoft.com/office/drawing/2014/main" val="2569422530"/>
                    </a:ext>
                  </a:extLst>
                </a:gridCol>
                <a:gridCol w="4044461">
                  <a:extLst>
                    <a:ext uri="{9D8B030D-6E8A-4147-A177-3AD203B41FA5}">
                      <a16:colId xmlns:a16="http://schemas.microsoft.com/office/drawing/2014/main" val="757925808"/>
                    </a:ext>
                  </a:extLst>
                </a:gridCol>
                <a:gridCol w="3598985">
                  <a:extLst>
                    <a:ext uri="{9D8B030D-6E8A-4147-A177-3AD203B41FA5}">
                      <a16:colId xmlns:a16="http://schemas.microsoft.com/office/drawing/2014/main" val="3133351054"/>
                    </a:ext>
                  </a:extLst>
                </a:gridCol>
              </a:tblGrid>
              <a:tr h="467229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106188" marR="106188" marT="106188" marB="106188">
                    <a:lnL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106188" marR="106188" marT="106188" marB="106188">
                    <a:lnL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StringBuffer</a:t>
                      </a:r>
                    </a:p>
                  </a:txBody>
                  <a:tcPr marL="106188" marR="106188" marT="106188" marB="106188">
                    <a:lnL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7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505839"/>
                  </a:ext>
                </a:extLst>
              </a:tr>
              <a:tr h="891385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class is immutable.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StringBuffer class is mutable.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581209"/>
                  </a:ext>
                </a:extLst>
              </a:tr>
              <a:tr h="1670697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is slow and consumes more memory when you </a:t>
                      </a:r>
                      <a:r>
                        <a:rPr lang="en-IN" sz="17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too many strings because every time it creates new instance.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StringBuffer</a:t>
                      </a: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fast and consumes less memory when you </a:t>
                      </a:r>
                      <a:r>
                        <a:rPr lang="en-IN" sz="17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cancat</a:t>
                      </a: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strings.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05637"/>
                  </a:ext>
                </a:extLst>
              </a:tr>
              <a:tr h="1670697"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class overrides the equals() method of Object class. So you can compare the contents of two strings by equals() method.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StringBuffer</a:t>
                      </a: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 doesn't override the equals() method of Object class.</a:t>
                      </a:r>
                    </a:p>
                  </a:txBody>
                  <a:tcPr marL="70792" marR="70792" marT="70792" marB="7079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84168"/>
                  </a:ext>
                </a:extLst>
              </a:tr>
            </a:tbl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731F099-D6BD-4E4B-A3DA-6E195327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22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D4EB-0CE7-6B49-B0F4-DE2A73DE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85" y="487362"/>
            <a:ext cx="7913077" cy="655638"/>
          </a:xfrm>
        </p:spPr>
        <p:txBody>
          <a:bodyPr/>
          <a:lstStyle/>
          <a:p>
            <a:r>
              <a:rPr lang="en-IN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Operations</a:t>
            </a: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5CC5-D55A-624F-8F82-687F37524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delete()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method is used to delete specified substring within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delete(int start, int end) </a:t>
            </a:r>
          </a:p>
          <a:p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replace()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method is used to replace part of this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(substring) with another substring </a:t>
            </a:r>
          </a:p>
          <a:p>
            <a:pPr marL="40005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replace(int start, int end, String str) </a:t>
            </a:r>
          </a:p>
          <a:p>
            <a:endParaRPr lang="en-IN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substring()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method returns a new string which is actually a substring of this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extracts characters starting from the specified index all the way till the end of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reverse()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As the name suggests, the character sequence is reversed with this method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reverse()</a:t>
            </a:r>
          </a:p>
          <a:p>
            <a:pPr marL="0" indent="0">
              <a:buNone/>
            </a:pPr>
            <a:endParaRPr lang="en-IN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length()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to find the length of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int length()</a:t>
            </a:r>
          </a:p>
          <a:p>
            <a:pPr marL="40005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substring(int start)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70EE12-CE93-BE40-9AA7-8FFC2EA3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7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4271-30A7-B346-8CB4-2AF8884C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Operations</a:t>
            </a: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9DDDB-3634-8147-9B7E-8836A83C1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capacity()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can find the capacity of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this method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capacity ?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capacity is the amount of storage available for the characters that have just been inserted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int capacity()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charAt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Used to find the character at a particular index position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char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index)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05D52C-A0FD-864D-B3B0-7559F152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292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B02A-D169-E744-B46C-E33371A1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9AA6-7692-E947-A38B-FC8035C93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029200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       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String surname="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Mallapudi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vijaya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sb.append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(surname);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("Name: "+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n=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surname.length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sb.insert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n,lastname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("Full name: "+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	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 reverse = "+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sb.reverse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85BF8BF-71E4-F842-8A24-3D51145D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63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5F5B-38A1-2548-B109-50B6F4A7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C2FF6-D930-6745-A224-7418864CA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Java 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FatherAndSon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mutable string Father Name and generate Son Name using surname Father Name. Ensure to use mutable string and its methods.</a:t>
            </a:r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7EF0289-4BAD-6046-8AB9-45E1EB1E9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00" y="2381250"/>
            <a:ext cx="2641600" cy="20955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E3135-A962-034C-BF45-E46D477D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55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1595-8B81-F843-9C2B-71C364E7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A707E-723F-EE40-AEA5-3D316243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fed;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FatherAndSon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father;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static void main(String[]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father = new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("James Potter");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son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father.replace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father.indexOf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"), "Harry");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(son);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A4389C1-9526-2E4F-A822-65D48857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244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995F-3A99-B54B-A6E4-2CE5429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DD884-5B31-AE42-B682-A75232CFA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Java 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StringBuilderExample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create a mutable string with value “Hello World ” print its size and capacity. Use append() and insert() to append previous year followed by a space and ”Welcome to XXXX” where XXXX is current year. 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2598918-5701-5142-9DB8-57656994C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449" y="2381250"/>
            <a:ext cx="3193287" cy="273001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A2B70-2302-DB44-A1FA-4FA61524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14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2B56-ED84-1944-B4ED-56A5D8F5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1E03-8AC3-7E49-BAEA-1B01E01EE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fed;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StringBufferExample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 marL="40005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</a:t>
            </a: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 "); </a:t>
            </a:r>
          </a:p>
          <a:p>
            <a:pPr marL="400050" lvl="1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sbLength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sb.length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(); </a:t>
            </a:r>
          </a:p>
          <a:p>
            <a:pPr marL="40005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sbCapacity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sb.capacity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itchFamily="18" charset="0"/>
              </a:rPr>
              <a:t>(); </a:t>
            </a: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("String Length of "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is "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sbLength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("Capacity of "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is "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sbCapacity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40005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sb.append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(2020); </a:t>
            </a: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0005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sb.insert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" "); </a:t>
            </a: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sb.insert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sb.length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“ Welcome to 2021”); </a:t>
            </a:r>
          </a:p>
          <a:p>
            <a:pPr marL="400050" lvl="1" indent="0">
              <a:buNone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0005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1C12840-A7E3-A343-8180-F3E53898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383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383B-B721-E04D-BE53-F3A0B8D2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3A5F3-D67D-C945-A69E-C421740FA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Java class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ReverseString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method reverse(String) which prints the string in reverse.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49EF67A-FF7E-CF46-9B2C-C749F377C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2381250"/>
            <a:ext cx="2514600" cy="20955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C769-41A2-B243-809C-3E7E7A21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509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209B-70FF-7043-9048-FDB95C1B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7A81D-C0C1-8B4B-B45E-4D6D087D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str = new String("KL University");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reverse(str);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reverse(String str){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char []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str.toCharArray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start, end;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 = arr.length-1;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for(start=0; start&lt;end; start++, end--){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char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[start];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[start]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[end];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[end]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char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8A4267D-63AC-AB4E-8A68-7C185991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861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852EA9B-EC61-2545-B434-368C0DD2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StringTokenizer</a:t>
            </a:r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class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51CC0B95-6BA8-B549-BE2F-E065447F0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is part of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 tokenizer class breaks a string into tokens and returns the tokens.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can be defined according to delimiter.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Delimiters are the characters that separate tokens.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Suppose we have the string  “the day is Friday, the week is the third, the year is 2008”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define the delimiter to be the character  comma (,)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then we have the following tokens: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token: “the day is Friday”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token: “the week is the third”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</a:t>
            </a:r>
            <a:r>
              <a:rPr lang="en-US" alt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token: “the year is 2008”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D3C2A-8A2F-7049-AD8C-261DE7CF2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98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A8650882-9889-7A47-B74C-466F9ADA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StringTokenizer</a:t>
            </a:r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Constructors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67CCD35B-6F49-F142-BEF9-3D3D1B48E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(String 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str) 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a string tokenizer for the specified string. 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tokenizer uses the default delimiter set, which is " \t\n\r\f": the space character, the tab character, the newline character, the carriage-return character, and the form-feed character. 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characters themselves will not be treated as tokens. </a:t>
            </a:r>
          </a:p>
          <a:p>
            <a:pPr lvl="1"/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 string to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parsed.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D380-A6FD-5943-9407-FCE19E3D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340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3D1E704-9736-1342-8ABD-1F1966F5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StringTokenizer</a:t>
            </a:r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Constructors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459CBFD8-3747-A14B-9E76-526ADA543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constructor: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 str, String 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a string tokenizer for the specified string. 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characters in 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argument is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f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separating tokens. 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characters themselves will not be treated as tokens. </a:t>
            </a:r>
          </a:p>
          <a:p>
            <a:pPr lvl="1"/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 string to be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parsed.delim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delimiters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446EE-EA57-2B43-9596-0318C394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57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54B5937-D556-9D4D-8CE8-5EBF3D2B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Methods of </a:t>
            </a:r>
            <a:r>
              <a:rPr lang="en-US" alt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StringTokenizer</a:t>
            </a:r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449E25A5-35CC-2549-9E38-593344D53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hasMoreTokens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Tests if there are more tokens available from this tokenizer's string. 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method returns true, then a subsequent call to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nextToken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no argument will successfully return a token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Returns: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and only if there is at least one token in the string after the current position; false otherwise. 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this method within an if structure as a condition to be evaluated.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AF3C-DF1C-B34A-BEFB-E5174C5B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72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C1C58E3-CFBC-2342-8444-4EB87BD8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Methods of </a:t>
            </a:r>
            <a:r>
              <a:rPr lang="en-US" altLang="en-US" sz="36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StringTokenizer</a:t>
            </a:r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59A40DC4-4047-DD47-B3C0-258A6619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nextToken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next token from this string tokenizer.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FD9CA-9E0F-FC4C-BA1F-51C1108C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65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Tokenize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`public static void main(String[]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tokenizeit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stk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tokenizeit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",");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int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counttok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stk.countTokens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stk.hasMoreTokens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	//get the first token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String token=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stk.nextToken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	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token is:"+token);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stk.hasMoreTokens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//get the second token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String token=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stk.nextToken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	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token is:"+token);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		//actually we would need a loop to capture all the tokens the easy way!!!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35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Calendar Class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java.util.calendar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provides the calendar functions in Java</a:t>
            </a:r>
          </a:p>
          <a:p>
            <a:pPr>
              <a:buFont typeface="Arial" panose="020B0604020202020204" pitchFamily="34" charset="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abstract class that provides methods for converting between a specific instant in time and a set of calendar fields such as YEAR, MONTH, DAY_OF_MONTH, HOUR, and </a:t>
            </a:r>
          </a:p>
          <a:p>
            <a:pPr>
              <a:buFont typeface="Arial" panose="020B0604020202020204" pitchFamily="34" charset="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 manipulating the calendar fields, such as getting the date of the next week.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365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Calendar Instance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is an Abstract class, so we cannot use a constructor to create an instance. Instead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static method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Calendar.getInstance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Calendar.getInstance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Calendar.getInstance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Calendar.getInstance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(Locale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aLocale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Calendar.getInstance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zone, Locale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aLocale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59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Compare Calendar Instance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Calendar.equals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 method compares this Calendar to the specified Object 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550985" y="2309447"/>
            <a:ext cx="708073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import </a:t>
            </a:r>
            <a:r>
              <a:rPr lang="en-IN" sz="2000" dirty="0" err="1"/>
              <a:t>java.util</a:t>
            </a:r>
            <a:r>
              <a:rPr lang="en-IN" sz="2000" dirty="0"/>
              <a:t>.*; </a:t>
            </a:r>
          </a:p>
          <a:p>
            <a:r>
              <a:rPr lang="en-IN" sz="2000" dirty="0"/>
              <a:t>public class Demo {    </a:t>
            </a:r>
          </a:p>
          <a:p>
            <a:r>
              <a:rPr lang="en-IN" sz="2000" dirty="0"/>
              <a:t>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       </a:t>
            </a:r>
          </a:p>
          <a:p>
            <a:r>
              <a:rPr lang="en-IN" sz="2000" dirty="0"/>
              <a:t>// create two calendars       </a:t>
            </a:r>
          </a:p>
          <a:p>
            <a:r>
              <a:rPr lang="en-IN" sz="2000" dirty="0"/>
              <a:t>Calendar </a:t>
            </a:r>
            <a:r>
              <a:rPr lang="en-IN" sz="2000" dirty="0" err="1"/>
              <a:t>cal</a:t>
            </a:r>
            <a:r>
              <a:rPr lang="en-IN" sz="2000" dirty="0"/>
              <a:t> = </a:t>
            </a:r>
            <a:r>
              <a:rPr lang="en-IN" sz="2000" dirty="0" err="1"/>
              <a:t>Calendar.getInstance</a:t>
            </a:r>
            <a:r>
              <a:rPr lang="en-IN" sz="2000" dirty="0"/>
              <a:t>();       </a:t>
            </a:r>
          </a:p>
          <a:p>
            <a:r>
              <a:rPr lang="en-IN" sz="2000" dirty="0"/>
              <a:t>// specify a date for one of them       </a:t>
            </a:r>
          </a:p>
          <a:p>
            <a:r>
              <a:rPr lang="en-IN" sz="2000" dirty="0"/>
              <a:t>Calendar cal2 = new </a:t>
            </a:r>
            <a:r>
              <a:rPr lang="en-IN" sz="2000" dirty="0" err="1"/>
              <a:t>GregorianCalendar</a:t>
            </a:r>
            <a:r>
              <a:rPr lang="en-IN" sz="2000" dirty="0"/>
              <a:t>(2011, 04, 29);       </a:t>
            </a:r>
          </a:p>
          <a:p>
            <a:r>
              <a:rPr lang="en-IN" sz="2000" dirty="0"/>
              <a:t>// compare the two calendars.       </a:t>
            </a:r>
          </a:p>
          <a:p>
            <a:r>
              <a:rPr lang="en-IN" sz="2000" dirty="0" err="1"/>
              <a:t>boolean</a:t>
            </a:r>
            <a:r>
              <a:rPr lang="en-IN" sz="2000" dirty="0"/>
              <a:t> b = </a:t>
            </a:r>
            <a:r>
              <a:rPr lang="en-IN" sz="2000" dirty="0" err="1"/>
              <a:t>cal.equals</a:t>
            </a:r>
            <a:r>
              <a:rPr lang="en-IN" sz="2000" dirty="0"/>
              <a:t>(cal2);       </a:t>
            </a:r>
          </a:p>
          <a:p>
            <a:r>
              <a:rPr lang="en-IN" sz="2000" dirty="0"/>
              <a:t>// print result       </a:t>
            </a:r>
          </a:p>
          <a:p>
            <a:r>
              <a:rPr lang="en-IN" sz="2000" dirty="0" err="1"/>
              <a:t>System.out.println</a:t>
            </a:r>
            <a:r>
              <a:rPr lang="en-IN" sz="2000" dirty="0"/>
              <a:t>("Calendars are equal :" + b);    </a:t>
            </a:r>
          </a:p>
          <a:p>
            <a:r>
              <a:rPr lang="en-IN" sz="2000" dirty="0"/>
              <a:t>	} </a:t>
            </a:r>
          </a:p>
          <a:p>
            <a:r>
              <a:rPr lang="en-IN" sz="2000" dirty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0744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Calendar.getFirstDayOfWeek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 returns the first day of the week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550985" y="2309447"/>
            <a:ext cx="70807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import </a:t>
            </a:r>
            <a:r>
              <a:rPr lang="en-IN" sz="2000" dirty="0" err="1"/>
              <a:t>java.util</a:t>
            </a:r>
            <a:r>
              <a:rPr lang="en-IN" sz="2000" dirty="0"/>
              <a:t>.*; </a:t>
            </a:r>
          </a:p>
          <a:p>
            <a:r>
              <a:rPr lang="en-IN" sz="2000" dirty="0"/>
              <a:t>public class Demo {    </a:t>
            </a:r>
          </a:p>
          <a:p>
            <a:r>
              <a:rPr lang="en-IN" sz="2000" dirty="0"/>
              <a:t>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       </a:t>
            </a:r>
          </a:p>
          <a:p>
            <a:r>
              <a:rPr lang="en-IN" sz="2000" dirty="0"/>
              <a:t>// create a new calendar       </a:t>
            </a:r>
          </a:p>
          <a:p>
            <a:r>
              <a:rPr lang="en-IN" sz="2000" dirty="0"/>
              <a:t>Calendar </a:t>
            </a:r>
            <a:r>
              <a:rPr lang="en-IN" sz="2000" dirty="0" err="1"/>
              <a:t>cal</a:t>
            </a:r>
            <a:r>
              <a:rPr lang="en-IN" sz="2000" dirty="0"/>
              <a:t> = </a:t>
            </a:r>
            <a:r>
              <a:rPr lang="en-IN" sz="2000" dirty="0" err="1"/>
              <a:t>Calendar.getInstance</a:t>
            </a:r>
            <a:r>
              <a:rPr lang="en-IN" sz="2000" dirty="0"/>
              <a:t>();       </a:t>
            </a:r>
          </a:p>
          <a:p>
            <a:r>
              <a:rPr lang="en-IN" sz="2000" dirty="0"/>
              <a:t>// print the first day of the week       </a:t>
            </a:r>
          </a:p>
          <a:p>
            <a:r>
              <a:rPr lang="en-IN" sz="2000" dirty="0" err="1"/>
              <a:t>System.out.println</a:t>
            </a:r>
            <a:r>
              <a:rPr lang="en-IN" sz="2000" dirty="0"/>
              <a:t>("First day is :" + </a:t>
            </a:r>
            <a:r>
              <a:rPr lang="en-IN" sz="2000" dirty="0" err="1"/>
              <a:t>cal.getFirstDayOfWeek</a:t>
            </a:r>
            <a:r>
              <a:rPr lang="en-IN" sz="2000" dirty="0"/>
              <a:t>());       </a:t>
            </a:r>
          </a:p>
          <a:p>
            <a:r>
              <a:rPr lang="en-IN" sz="2000" dirty="0"/>
              <a:t>int day = </a:t>
            </a:r>
            <a:r>
              <a:rPr lang="en-IN" sz="2000" dirty="0" err="1"/>
              <a:t>cal.getFirstDayOfWeek</a:t>
            </a:r>
            <a:r>
              <a:rPr lang="en-IN" sz="2000" dirty="0"/>
              <a:t>();       </a:t>
            </a:r>
          </a:p>
        </p:txBody>
      </p:sp>
    </p:spTree>
    <p:extLst>
      <p:ext uri="{BB962C8B-B14F-4D97-AF65-F5344CB8AC3E}">
        <p14:creationId xmlns:p14="http://schemas.microsoft.com/office/powerpoint/2010/main" val="370761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550985" y="2309447"/>
            <a:ext cx="70807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switch (day) {          </a:t>
            </a:r>
          </a:p>
          <a:p>
            <a:r>
              <a:rPr lang="en-IN" sz="2000" dirty="0"/>
              <a:t>case 1: </a:t>
            </a:r>
            <a:r>
              <a:rPr lang="en-IN" sz="2000" dirty="0" err="1"/>
              <a:t>System.out.println</a:t>
            </a:r>
            <a:r>
              <a:rPr lang="en-IN" sz="2000" dirty="0"/>
              <a:t>("Sunday"); break;          </a:t>
            </a:r>
          </a:p>
          <a:p>
            <a:r>
              <a:rPr lang="en-IN" sz="2000" dirty="0"/>
              <a:t>case 2: </a:t>
            </a:r>
            <a:r>
              <a:rPr lang="en-IN" sz="2000" dirty="0" err="1"/>
              <a:t>System.out.println</a:t>
            </a:r>
            <a:r>
              <a:rPr lang="en-IN" sz="2000" dirty="0"/>
              <a:t>("Monday"); break;          </a:t>
            </a:r>
          </a:p>
          <a:p>
            <a:r>
              <a:rPr lang="en-IN" sz="2000" dirty="0"/>
              <a:t>case 3: </a:t>
            </a:r>
            <a:r>
              <a:rPr lang="en-IN" sz="2000" dirty="0" err="1"/>
              <a:t>System.out.println</a:t>
            </a:r>
            <a:r>
              <a:rPr lang="en-IN" sz="2000" dirty="0"/>
              <a:t>("Tuesday"); break;          </a:t>
            </a:r>
          </a:p>
          <a:p>
            <a:r>
              <a:rPr lang="en-IN" sz="2000" dirty="0"/>
              <a:t>case 4: </a:t>
            </a:r>
            <a:r>
              <a:rPr lang="en-IN" sz="2000" dirty="0" err="1"/>
              <a:t>System.out.println</a:t>
            </a:r>
            <a:r>
              <a:rPr lang="en-IN" sz="2000" dirty="0"/>
              <a:t>("Wednesday"); break;          </a:t>
            </a:r>
          </a:p>
          <a:p>
            <a:r>
              <a:rPr lang="en-IN" sz="2000" dirty="0"/>
              <a:t>case 5: </a:t>
            </a:r>
            <a:r>
              <a:rPr lang="en-IN" sz="2000" dirty="0" err="1"/>
              <a:t>System.out.println</a:t>
            </a:r>
            <a:r>
              <a:rPr lang="en-IN" sz="2000" dirty="0"/>
              <a:t>("</a:t>
            </a:r>
            <a:r>
              <a:rPr lang="en-IN" sz="2000" dirty="0" err="1"/>
              <a:t>Thrusday</a:t>
            </a:r>
            <a:r>
              <a:rPr lang="en-IN" sz="2000" dirty="0"/>
              <a:t>");  break;          </a:t>
            </a:r>
          </a:p>
          <a:p>
            <a:r>
              <a:rPr lang="en-IN" sz="2000" dirty="0"/>
              <a:t>case 6: </a:t>
            </a:r>
            <a:r>
              <a:rPr lang="en-IN" sz="2000" dirty="0" err="1"/>
              <a:t>System.out.println</a:t>
            </a:r>
            <a:r>
              <a:rPr lang="en-IN" sz="2000" dirty="0"/>
              <a:t>("Friday"); break;          </a:t>
            </a:r>
          </a:p>
          <a:p>
            <a:r>
              <a:rPr lang="en-IN" sz="2000" dirty="0"/>
              <a:t>case 7: </a:t>
            </a:r>
            <a:r>
              <a:rPr lang="en-IN" sz="2000" dirty="0" err="1"/>
              <a:t>System.out.println</a:t>
            </a:r>
            <a:r>
              <a:rPr lang="en-IN" sz="2000" dirty="0"/>
              <a:t>("Saturday"); break;       </a:t>
            </a:r>
          </a:p>
          <a:p>
            <a:r>
              <a:rPr lang="en-IN" sz="2000" dirty="0"/>
              <a:t>		}    </a:t>
            </a:r>
          </a:p>
          <a:p>
            <a:r>
              <a:rPr lang="en-IN" sz="2000" dirty="0"/>
              <a:t>	} </a:t>
            </a:r>
          </a:p>
          <a:p>
            <a:r>
              <a:rPr lang="en-IN" sz="2000" dirty="0"/>
              <a:t>}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0249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457200" y="1295400"/>
            <a:ext cx="70807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// Program to demonstrate get() method </a:t>
            </a:r>
          </a:p>
          <a:p>
            <a:r>
              <a:rPr lang="en-IN" sz="1400" dirty="0"/>
              <a:t>// of Calendar class </a:t>
            </a:r>
          </a:p>
          <a:p>
            <a:endParaRPr lang="en-IN" sz="1400" dirty="0"/>
          </a:p>
          <a:p>
            <a:r>
              <a:rPr lang="en-IN" sz="1400" dirty="0"/>
              <a:t>import </a:t>
            </a:r>
            <a:r>
              <a:rPr lang="en-IN" sz="1400" dirty="0" err="1"/>
              <a:t>java.util</a:t>
            </a:r>
            <a:r>
              <a:rPr lang="en-IN" sz="1400" dirty="0"/>
              <a:t>.*; </a:t>
            </a:r>
          </a:p>
          <a:p>
            <a:r>
              <a:rPr lang="en-IN" sz="1400" dirty="0"/>
              <a:t>public class Calendar2 { </a:t>
            </a:r>
          </a:p>
          <a:p>
            <a:r>
              <a:rPr lang="en-IN" sz="1400" dirty="0"/>
              <a:t>     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</a:t>
            </a:r>
          </a:p>
          <a:p>
            <a:r>
              <a:rPr lang="en-IN" sz="1400" dirty="0"/>
              <a:t>     { </a:t>
            </a:r>
          </a:p>
          <a:p>
            <a:r>
              <a:rPr lang="en-IN" sz="1400" dirty="0"/>
              <a:t>            // creating Calendar object </a:t>
            </a:r>
          </a:p>
          <a:p>
            <a:r>
              <a:rPr lang="en-IN" sz="1400" dirty="0"/>
              <a:t>            Calendar calendar = </a:t>
            </a:r>
            <a:r>
              <a:rPr lang="en-IN" sz="1400" dirty="0" err="1"/>
              <a:t>Calendar.getInstance</a:t>
            </a:r>
            <a:r>
              <a:rPr lang="en-IN" sz="1400" dirty="0"/>
              <a:t>(); </a:t>
            </a:r>
          </a:p>
          <a:p>
            <a:r>
              <a:rPr lang="en-IN" sz="1400" dirty="0"/>
              <a:t>		</a:t>
            </a:r>
          </a:p>
          <a:p>
            <a:r>
              <a:rPr lang="en-IN" sz="1400" dirty="0"/>
              <a:t>            // Demonstrate Calendar's get()method 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("Current Calendar's Year: " + </a:t>
            </a:r>
            <a:r>
              <a:rPr lang="en-IN" sz="1400" dirty="0" err="1"/>
              <a:t>calendar.get</a:t>
            </a:r>
            <a:r>
              <a:rPr lang="en-IN" sz="1400" dirty="0"/>
              <a:t>(</a:t>
            </a:r>
            <a:r>
              <a:rPr lang="en-IN" sz="1400" dirty="0" err="1"/>
              <a:t>Calendar.YEAR</a:t>
            </a:r>
            <a:r>
              <a:rPr lang="en-IN" sz="1400" dirty="0"/>
              <a:t>)); 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("Current Calendar's Day: " + </a:t>
            </a:r>
            <a:r>
              <a:rPr lang="en-IN" sz="1400" dirty="0" err="1"/>
              <a:t>calendar.get</a:t>
            </a:r>
            <a:r>
              <a:rPr lang="en-IN" sz="1400" dirty="0"/>
              <a:t>(</a:t>
            </a:r>
            <a:r>
              <a:rPr lang="en-IN" sz="1400" dirty="0" err="1"/>
              <a:t>Calendar.DATE</a:t>
            </a:r>
            <a:r>
              <a:rPr lang="en-IN" sz="1400" dirty="0"/>
              <a:t>)); 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("Current MINUTE: " + </a:t>
            </a:r>
            <a:r>
              <a:rPr lang="en-IN" sz="1400" dirty="0" err="1"/>
              <a:t>calendar.get</a:t>
            </a:r>
            <a:r>
              <a:rPr lang="en-IN" sz="1400" dirty="0"/>
              <a:t>(</a:t>
            </a:r>
            <a:r>
              <a:rPr lang="en-IN" sz="1400" dirty="0" err="1"/>
              <a:t>Calendar.MINUTE</a:t>
            </a:r>
            <a:r>
              <a:rPr lang="en-IN" sz="1400" dirty="0"/>
              <a:t>)); </a:t>
            </a:r>
          </a:p>
          <a:p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("Current SECOND: " + </a:t>
            </a:r>
            <a:r>
              <a:rPr lang="en-IN" sz="1400" dirty="0" err="1"/>
              <a:t>calendar.get</a:t>
            </a:r>
            <a:r>
              <a:rPr lang="en-IN" sz="1400" dirty="0"/>
              <a:t>(</a:t>
            </a:r>
            <a:r>
              <a:rPr lang="en-IN" sz="1400" dirty="0" err="1"/>
              <a:t>Calendar.SECOND</a:t>
            </a:r>
            <a:r>
              <a:rPr lang="en-IN" sz="1400" dirty="0"/>
              <a:t>)); </a:t>
            </a:r>
          </a:p>
          <a:p>
            <a:r>
              <a:rPr lang="en-IN" sz="1400" dirty="0"/>
              <a:t>       } </a:t>
            </a:r>
          </a:p>
          <a:p>
            <a:r>
              <a:rPr lang="en-IN" sz="1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26618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457200" y="1295400"/>
            <a:ext cx="70807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// Program to demonstrate </a:t>
            </a:r>
            <a:r>
              <a:rPr lang="en-IN" sz="1400" dirty="0" err="1"/>
              <a:t>getMaximum</a:t>
            </a:r>
            <a:r>
              <a:rPr lang="en-IN" sz="1400" dirty="0"/>
              <a:t>() method </a:t>
            </a:r>
          </a:p>
          <a:p>
            <a:r>
              <a:rPr lang="en-IN" sz="1400" dirty="0"/>
              <a:t>// of Calendar class </a:t>
            </a:r>
          </a:p>
          <a:p>
            <a:endParaRPr lang="en-IN" sz="1400" dirty="0"/>
          </a:p>
          <a:p>
            <a:r>
              <a:rPr lang="en-IN" sz="1400" dirty="0"/>
              <a:t>import </a:t>
            </a:r>
            <a:r>
              <a:rPr lang="en-IN" sz="1400" dirty="0" err="1"/>
              <a:t>java.util</a:t>
            </a:r>
            <a:r>
              <a:rPr lang="en-IN" sz="1400" dirty="0"/>
              <a:t>.*; </a:t>
            </a:r>
          </a:p>
          <a:p>
            <a:r>
              <a:rPr lang="en-IN" sz="1400" dirty="0"/>
              <a:t>public class Calendar3 { </a:t>
            </a:r>
          </a:p>
          <a:p>
            <a:r>
              <a:rPr lang="en-IN" sz="1400" dirty="0"/>
              <a:t>	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</a:t>
            </a:r>
          </a:p>
          <a:p>
            <a:r>
              <a:rPr lang="en-IN" sz="1400" dirty="0"/>
              <a:t>	{ </a:t>
            </a:r>
          </a:p>
          <a:p>
            <a:r>
              <a:rPr lang="en-IN" sz="1400" dirty="0"/>
              <a:t>		// creating calendar object </a:t>
            </a:r>
          </a:p>
          <a:p>
            <a:r>
              <a:rPr lang="en-IN" sz="1400" dirty="0"/>
              <a:t>		Calendar calendar = </a:t>
            </a:r>
            <a:r>
              <a:rPr lang="en-IN" sz="1400" dirty="0" err="1"/>
              <a:t>Calendar.getInstance</a:t>
            </a:r>
            <a:r>
              <a:rPr lang="en-IN" sz="1400" dirty="0"/>
              <a:t>(); 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		int max = </a:t>
            </a:r>
            <a:r>
              <a:rPr lang="en-IN" sz="1400" dirty="0" err="1"/>
              <a:t>calendar.getMaximum</a:t>
            </a:r>
            <a:r>
              <a:rPr lang="en-IN" sz="1400" dirty="0"/>
              <a:t>(</a:t>
            </a:r>
            <a:r>
              <a:rPr lang="en-IN" sz="1400" dirty="0" err="1"/>
              <a:t>Calendar.DAY_OF_WEEK</a:t>
            </a:r>
            <a:r>
              <a:rPr lang="en-IN" sz="1400" dirty="0"/>
              <a:t>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("Maximum number of days in a week: " + max); </a:t>
            </a:r>
          </a:p>
          <a:p>
            <a:r>
              <a:rPr lang="en-IN" sz="1400" dirty="0"/>
              <a:t>		</a:t>
            </a:r>
          </a:p>
          <a:p>
            <a:r>
              <a:rPr lang="en-IN" sz="1400" dirty="0"/>
              <a:t>		max = </a:t>
            </a:r>
            <a:r>
              <a:rPr lang="en-IN" sz="1400" dirty="0" err="1"/>
              <a:t>calendar.getMaximum</a:t>
            </a:r>
            <a:r>
              <a:rPr lang="en-IN" sz="1400" dirty="0"/>
              <a:t>(</a:t>
            </a:r>
            <a:r>
              <a:rPr lang="en-IN" sz="1400" dirty="0" err="1"/>
              <a:t>Calendar.WEEK_OF_YEAR</a:t>
            </a:r>
            <a:r>
              <a:rPr lang="en-IN" sz="1400" dirty="0"/>
              <a:t>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("Maximum number of weeks in a year: " + max); </a:t>
            </a:r>
          </a:p>
          <a:p>
            <a:r>
              <a:rPr lang="en-IN" sz="1400" dirty="0"/>
              <a:t>	} </a:t>
            </a:r>
          </a:p>
          <a:p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9942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457200" y="1295400"/>
            <a:ext cx="70807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// Program to demonstrate </a:t>
            </a:r>
            <a:r>
              <a:rPr lang="en-IN" sz="1400" dirty="0" err="1"/>
              <a:t>getMinimum</a:t>
            </a:r>
            <a:r>
              <a:rPr lang="en-IN" sz="1400" dirty="0"/>
              <a:t>() method </a:t>
            </a:r>
          </a:p>
          <a:p>
            <a:r>
              <a:rPr lang="en-IN" sz="1400" dirty="0"/>
              <a:t>// of Calendar class </a:t>
            </a:r>
          </a:p>
          <a:p>
            <a:endParaRPr lang="en-IN" sz="1400" dirty="0"/>
          </a:p>
          <a:p>
            <a:r>
              <a:rPr lang="en-IN" sz="1400" dirty="0"/>
              <a:t>import </a:t>
            </a:r>
            <a:r>
              <a:rPr lang="en-IN" sz="1400" dirty="0" err="1"/>
              <a:t>java.util</a:t>
            </a:r>
            <a:r>
              <a:rPr lang="en-IN" sz="1400" dirty="0"/>
              <a:t>.*; </a:t>
            </a:r>
          </a:p>
          <a:p>
            <a:r>
              <a:rPr lang="en-IN" sz="1400" dirty="0"/>
              <a:t>public class Calendar4 { </a:t>
            </a:r>
          </a:p>
          <a:p>
            <a:r>
              <a:rPr lang="en-IN" sz="1400" dirty="0"/>
              <a:t>	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</a:t>
            </a:r>
          </a:p>
          <a:p>
            <a:r>
              <a:rPr lang="en-IN" sz="1400" dirty="0"/>
              <a:t>	{ </a:t>
            </a:r>
          </a:p>
          <a:p>
            <a:r>
              <a:rPr lang="en-IN" sz="1400" dirty="0"/>
              <a:t>		// creating calendar object </a:t>
            </a:r>
          </a:p>
          <a:p>
            <a:r>
              <a:rPr lang="en-IN" sz="1400" dirty="0"/>
              <a:t>		Calendar calendar = </a:t>
            </a:r>
            <a:r>
              <a:rPr lang="en-IN" sz="1400" dirty="0" err="1"/>
              <a:t>Calendar.getInstance</a:t>
            </a:r>
            <a:r>
              <a:rPr lang="en-IN" sz="1400" dirty="0"/>
              <a:t>(); </a:t>
            </a:r>
          </a:p>
          <a:p>
            <a:r>
              <a:rPr lang="en-IN" sz="1400" dirty="0"/>
              <a:t>		</a:t>
            </a:r>
          </a:p>
          <a:p>
            <a:r>
              <a:rPr lang="en-IN" sz="1400" dirty="0"/>
              <a:t>		int min = </a:t>
            </a:r>
            <a:r>
              <a:rPr lang="en-IN" sz="1400" dirty="0" err="1"/>
              <a:t>calendar.getMinimum</a:t>
            </a:r>
            <a:r>
              <a:rPr lang="en-IN" sz="1400" dirty="0"/>
              <a:t>(</a:t>
            </a:r>
            <a:r>
              <a:rPr lang="en-IN" sz="1400" dirty="0" err="1"/>
              <a:t>Calendar.DAY_OF_WEEK</a:t>
            </a:r>
            <a:r>
              <a:rPr lang="en-IN" sz="1400" dirty="0"/>
              <a:t>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("Minimum number of days in week: " + min); </a:t>
            </a:r>
          </a:p>
          <a:p>
            <a:r>
              <a:rPr lang="en-IN" sz="1400" dirty="0"/>
              <a:t>		</a:t>
            </a:r>
          </a:p>
          <a:p>
            <a:r>
              <a:rPr lang="en-IN" sz="1400" dirty="0"/>
              <a:t>		min = </a:t>
            </a:r>
            <a:r>
              <a:rPr lang="en-IN" sz="1400" dirty="0" err="1"/>
              <a:t>calendar.getMinimum</a:t>
            </a:r>
            <a:r>
              <a:rPr lang="en-IN" sz="1400" dirty="0"/>
              <a:t>(</a:t>
            </a:r>
            <a:r>
              <a:rPr lang="en-IN" sz="1400" dirty="0" err="1"/>
              <a:t>Calendar.WEEK_OF_YEAR</a:t>
            </a:r>
            <a:r>
              <a:rPr lang="en-IN" sz="1400" dirty="0"/>
              <a:t>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("Minimum number of weeks in year: " + min); </a:t>
            </a:r>
          </a:p>
          <a:p>
            <a:r>
              <a:rPr lang="en-IN" sz="1400" dirty="0"/>
              <a:t>	} </a:t>
            </a:r>
          </a:p>
          <a:p>
            <a:r>
              <a:rPr lang="en-IN" sz="1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07186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1F72DB6-3C7C-F843-91A0-924E4592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517EE83-64E6-4747-A985-B398435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B8E2-65FC-4340-BE36-44C21EC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5128-3A0D-444E-B33A-019FB3634127}"/>
              </a:ext>
            </a:extLst>
          </p:cNvPr>
          <p:cNvSpPr txBox="1"/>
          <p:nvPr/>
        </p:nvSpPr>
        <p:spPr>
          <a:xfrm>
            <a:off x="457200" y="1295400"/>
            <a:ext cx="70807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// Program to demonstrate add() method </a:t>
            </a:r>
          </a:p>
          <a:p>
            <a:r>
              <a:rPr lang="en-IN" sz="1400" dirty="0"/>
              <a:t>// of Calendar class </a:t>
            </a:r>
          </a:p>
          <a:p>
            <a:endParaRPr lang="en-IN" sz="1400" dirty="0"/>
          </a:p>
          <a:p>
            <a:r>
              <a:rPr lang="en-IN" sz="1400" dirty="0"/>
              <a:t>import </a:t>
            </a:r>
            <a:r>
              <a:rPr lang="en-IN" sz="1400" dirty="0" err="1"/>
              <a:t>java.util</a:t>
            </a:r>
            <a:r>
              <a:rPr lang="en-IN" sz="1400" dirty="0"/>
              <a:t>.*; </a:t>
            </a:r>
          </a:p>
          <a:p>
            <a:r>
              <a:rPr lang="en-IN" sz="1400" dirty="0"/>
              <a:t>public class Calendar5 { </a:t>
            </a:r>
          </a:p>
          <a:p>
            <a:r>
              <a:rPr lang="en-IN" sz="1400" dirty="0"/>
              <a:t>	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</a:t>
            </a:r>
          </a:p>
          <a:p>
            <a:r>
              <a:rPr lang="en-IN" sz="1400" dirty="0"/>
              <a:t>	{ </a:t>
            </a:r>
          </a:p>
          <a:p>
            <a:r>
              <a:rPr lang="en-IN" sz="1400" dirty="0"/>
              <a:t>		// creating calendar object </a:t>
            </a:r>
          </a:p>
          <a:p>
            <a:r>
              <a:rPr lang="en-IN" sz="1400" dirty="0"/>
              <a:t>		Calendar calendar = </a:t>
            </a:r>
            <a:r>
              <a:rPr lang="en-IN" sz="1400" dirty="0" err="1"/>
              <a:t>Calendar.getInstance</a:t>
            </a:r>
            <a:r>
              <a:rPr lang="en-IN" sz="1400" dirty="0"/>
              <a:t>();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calendar.add</a:t>
            </a:r>
            <a:r>
              <a:rPr lang="en-IN" sz="1400" dirty="0"/>
              <a:t>(</a:t>
            </a:r>
            <a:r>
              <a:rPr lang="en-IN" sz="1400" dirty="0" err="1"/>
              <a:t>Calendar.DATE</a:t>
            </a:r>
            <a:r>
              <a:rPr lang="en-IN" sz="1400" dirty="0"/>
              <a:t>, -15);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("15 days ago: " + </a:t>
            </a:r>
            <a:r>
              <a:rPr lang="en-IN" sz="1400" dirty="0" err="1"/>
              <a:t>calendar.getTime</a:t>
            </a:r>
            <a:r>
              <a:rPr lang="en-IN" sz="1400" dirty="0"/>
              <a:t>());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calendar.add</a:t>
            </a:r>
            <a:r>
              <a:rPr lang="en-IN" sz="1400" dirty="0"/>
              <a:t>(</a:t>
            </a:r>
            <a:r>
              <a:rPr lang="en-IN" sz="1400" dirty="0" err="1"/>
              <a:t>Calendar.MONTH</a:t>
            </a:r>
            <a:r>
              <a:rPr lang="en-IN" sz="1400" dirty="0"/>
              <a:t>, 4);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("4 months later: " + </a:t>
            </a:r>
            <a:r>
              <a:rPr lang="en-IN" sz="1400" dirty="0" err="1"/>
              <a:t>calendar.getTime</a:t>
            </a:r>
            <a:r>
              <a:rPr lang="en-IN" sz="1400" dirty="0"/>
              <a:t>());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calendar.add</a:t>
            </a:r>
            <a:r>
              <a:rPr lang="en-IN" sz="1400" dirty="0"/>
              <a:t>(</a:t>
            </a:r>
            <a:r>
              <a:rPr lang="en-IN" sz="1400" dirty="0" err="1"/>
              <a:t>Calendar.YEAR</a:t>
            </a:r>
            <a:r>
              <a:rPr lang="en-IN" sz="1400" dirty="0"/>
              <a:t>, 2); 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System.out.println</a:t>
            </a:r>
            <a:r>
              <a:rPr lang="en-IN" sz="1400" dirty="0"/>
              <a:t>("2 years later: " + </a:t>
            </a:r>
            <a:r>
              <a:rPr lang="en-IN" sz="1400" dirty="0" err="1"/>
              <a:t>calendar.getTime</a:t>
            </a:r>
            <a:r>
              <a:rPr lang="en-IN" sz="1400" dirty="0"/>
              <a:t>()); </a:t>
            </a:r>
          </a:p>
          <a:p>
            <a:r>
              <a:rPr lang="en-IN" sz="1400" dirty="0"/>
              <a:t>	} </a:t>
            </a:r>
          </a:p>
          <a:p>
            <a:r>
              <a:rPr lang="en-IN" sz="1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094611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FDB5-2471-6F47-ACB2-CB34BCBF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482181"/>
            <a:ext cx="7391400" cy="655638"/>
          </a:xfrm>
        </p:spPr>
        <p:txBody>
          <a:bodyPr/>
          <a:lstStyle/>
          <a:p>
            <a:r>
              <a:rPr lang="en-US" dirty="0"/>
              <a:t>End of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E654-B4A4-8844-8FD6-00E246BC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F11C1-A5E8-44B9-5D70-82D503B8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690240739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53128</TotalTime>
  <Words>2985</Words>
  <Application>Microsoft Macintosh PowerPoint</Application>
  <PresentationFormat>On-screen Show (4:3)</PresentationFormat>
  <Paragraphs>402</Paragraphs>
  <Slides>33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klu</vt:lpstr>
      <vt:lpstr> Session 15  String Buffer &amp; String Tokenizer &amp; Calendar class</vt:lpstr>
      <vt:lpstr>Outcomes</vt:lpstr>
      <vt:lpstr>    Agenda</vt:lpstr>
      <vt:lpstr>Why StringBuffer?</vt:lpstr>
      <vt:lpstr>Heap &amp; String Constant Pool</vt:lpstr>
      <vt:lpstr>StringBuffer Constructor</vt:lpstr>
      <vt:lpstr>Mutable vs Immutable</vt:lpstr>
      <vt:lpstr>Difference between String and StringBuffer </vt:lpstr>
      <vt:lpstr>StringBuffer Operations</vt:lpstr>
      <vt:lpstr>StringBuffer Operations</vt:lpstr>
      <vt:lpstr>PowerPoint Presentation</vt:lpstr>
      <vt:lpstr>Example 1</vt:lpstr>
      <vt:lpstr>PowerPoint Presentation</vt:lpstr>
      <vt:lpstr>Example 2</vt:lpstr>
      <vt:lpstr>PowerPoint Presentation</vt:lpstr>
      <vt:lpstr>Example 3</vt:lpstr>
      <vt:lpstr>PowerPoint Presentation</vt:lpstr>
      <vt:lpstr>StringTokenizer class</vt:lpstr>
      <vt:lpstr>StringTokenizer Constructors</vt:lpstr>
      <vt:lpstr>StringTokenizer Constructors</vt:lpstr>
      <vt:lpstr>Methods of StringTokenizer</vt:lpstr>
      <vt:lpstr>Methods of StringTokenizer</vt:lpstr>
      <vt:lpstr>Example</vt:lpstr>
      <vt:lpstr>Calendar Class</vt:lpstr>
      <vt:lpstr>Calendar Instance</vt:lpstr>
      <vt:lpstr>Compare Calendar Instance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Session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1141</cp:revision>
  <cp:lastPrinted>1999-01-11T10:11:19Z</cp:lastPrinted>
  <dcterms:created xsi:type="dcterms:W3CDTF">1999-01-07T21:51:57Z</dcterms:created>
  <dcterms:modified xsi:type="dcterms:W3CDTF">2024-09-09T04:03:21Z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